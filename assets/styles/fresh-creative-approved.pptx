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59bc7c75614b0e" /><Relationship Type="http://schemas.openxmlformats.org/officeDocument/2006/relationships/extended-properties" Target="/docProps/app.xml" Id="R80676c20eb8444d4" /><Relationship Type="http://schemas.openxmlformats.org/officeDocument/2006/relationships/officeDocument" Target="/ppt/presentation.xml" Id="Rf1c1324ce0e248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46f91ed94446d"/>
  </p:sldMasterIdLst>
  <p:notesMasterIdLst>
    <p:notesMasterId xmlns:r="http://schemas.openxmlformats.org/officeDocument/2006/relationships" r:id="R0981697e9826478f"/>
  </p:notesMasterIdLst>
  <p:sldIdLst>
    <p:sldId xmlns:r="http://schemas.openxmlformats.org/officeDocument/2006/relationships" id="256" r:id="Re78e808c8f544b2e"/>
    <p:sldId xmlns:r="http://schemas.openxmlformats.org/officeDocument/2006/relationships" id="257" r:id="R93e80f9a8db74eaa"/>
    <p:sldId xmlns:r="http://schemas.openxmlformats.org/officeDocument/2006/relationships" id="258" r:id="Re2256c1762de4566"/>
    <p:sldId xmlns:r="http://schemas.openxmlformats.org/officeDocument/2006/relationships" id="259" r:id="Rb0207d30081c44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8e4887753e4b5b" /><Relationship Type="http://schemas.openxmlformats.org/officeDocument/2006/relationships/slideMaster" Target="/ppt/slideMasters/slideMaster1.xml" Id="R99546f91ed94446d" /><Relationship Type="http://schemas.openxmlformats.org/officeDocument/2006/relationships/notesMaster" Target="/ppt/notesMasters/notesMaster1.xml" Id="R0981697e9826478f" /><Relationship Type="http://schemas.openxmlformats.org/officeDocument/2006/relationships/presProps" Target="/ppt/presProps.xml" Id="Rf5d743306d1843d3" /><Relationship Type="http://schemas.openxmlformats.org/officeDocument/2006/relationships/tableStyles" Target="/ppt/tableStyles.xml" Id="Re81fbc3716ab4755" /><Relationship Type="http://schemas.openxmlformats.org/officeDocument/2006/relationships/slide" Target="/ppt/slides/slide1.xml" Id="Re78e808c8f544b2e" /><Relationship Type="http://schemas.openxmlformats.org/officeDocument/2006/relationships/slide" Target="/ppt/slides/slide2.xml" Id="R93e80f9a8db74eaa" /><Relationship Type="http://schemas.openxmlformats.org/officeDocument/2006/relationships/slide" Target="/ppt/slides/slide3.xml" Id="Re2256c1762de4566" /><Relationship Type="http://schemas.openxmlformats.org/officeDocument/2006/relationships/slide" Target="/ppt/slides/slide4.xml" Id="Rb0207d30081c44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d5dca26f5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9a415216c4490c" /><Relationship Type="http://schemas.openxmlformats.org/officeDocument/2006/relationships/notesMaster" Target="/ppt/notesMasters/notesMaster1.xml" Id="Rc8519c77837148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4425600c334f97" /><Relationship Type="http://schemas.openxmlformats.org/officeDocument/2006/relationships/notesMaster" Target="/ppt/notesMasters/notesMaster1.xml" Id="R29c760b7008a46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18940a108442fd" /><Relationship Type="http://schemas.openxmlformats.org/officeDocument/2006/relationships/notesMaster" Target="/ppt/notesMasters/notesMaster1.xml" Id="R9c0bf829b3dd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fcddcf9833473f" /><Relationship Type="http://schemas.openxmlformats.org/officeDocument/2006/relationships/notesMaster" Target="/ppt/notesMasters/notesMaster1.xml" Id="R0196ee6bca4e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8156debdf40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1092fc97ab4446" /><Relationship Type="http://schemas.openxmlformats.org/officeDocument/2006/relationships/slideLayout" Target="/ppt/slideLayouts/slideLayout1.xml" Id="Rc9df2a261342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df2a261342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c59f2921b405f" /><Relationship Type="http://schemas.openxmlformats.org/officeDocument/2006/relationships/image" Target="/ppt/media/image.png" Id="Rfb17750d7b9e4dbb" /><Relationship Type="http://schemas.openxmlformats.org/officeDocument/2006/relationships/notesSlide" Target="/ppt/notesSlides/notesSlide1.xml" Id="R3ca2dd7a8e904a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211588d7e4a5c" /><Relationship Type="http://schemas.openxmlformats.org/officeDocument/2006/relationships/image" Target="/ppt/media/image2.png" Id="R064478263d1143a2" /><Relationship Type="http://schemas.openxmlformats.org/officeDocument/2006/relationships/notesSlide" Target="/ppt/notesSlides/notesSlide2.xml" Id="R25efe98561b5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fd8ab952498e" /><Relationship Type="http://schemas.openxmlformats.org/officeDocument/2006/relationships/notesSlide" Target="/ppt/notesSlides/notesSlide3.xml" Id="Rf0f5db0fbdef40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1071496d74f3b" /><Relationship Type="http://schemas.openxmlformats.org/officeDocument/2006/relationships/image" Target="/ppt/media/image3.png" Id="R38c47fad8d83446d" /><Relationship Type="http://schemas.openxmlformats.org/officeDocument/2006/relationships/image" Target="/ppt/media/image4.png" Id="R1493744f893548f0" /><Relationship Type="http://schemas.openxmlformats.org/officeDocument/2006/relationships/image" Target="/ppt/media/image5.png" Id="Ree43232c4219431f" /><Relationship Type="http://schemas.openxmlformats.org/officeDocument/2006/relationships/image" Target="/ppt/media/image6.png" Id="R318e64e4b3ab47da" /><Relationship Type="http://schemas.openxmlformats.org/officeDocument/2006/relationships/notesSlide" Target="/ppt/notesSlides/notesSlide4.xml" Id="Re6066671e98f4f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7750d7b9e4db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A1994-2955-4829-827B-B7549E88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DEC1C-A724-4EED-88DE-128D938B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695E-2794-4D27-BAA3-C4040E9A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F5BFF"/>
                </a:solidFill>
              </a:defRPr>
            </a:pPr>
            <a:r>
              <a:rPr sz="825" b="1">
                <a:solidFill>
                  <a:srgbClr val="2F5BFF"/>
                </a:solidFill>
              </a:rPr>
              <a:t>FRESH CREATIVE / 01+03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83A7826-8B97-4DF2-8525-EBEA1213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5850" b="1">
                <a:solidFill>
                  <a:srgbClr val="101010"/>
                </a:solidFill>
              </a:defRPr>
            </a:pPr>
            <a:r>
              <a:rPr sz="5850" b="1">
                <a:solidFill>
                  <a:srgbClr val="101010"/>
                </a:solidFill>
              </a:rPr>
              <a:t>FRESH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5850" b="1">
                <a:solidFill>
                  <a:srgbClr val="101010"/>
                </a:solidFill>
              </a:defRPr>
            </a:pPr>
            <a:r>
              <a:rPr sz="5850" b="1">
                <a:solidFill>
                  <a:srgbClr val="101010"/>
                </a:solidFill>
              </a:rPr>
              <a:t>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D3F7F-1AF5-4A96-9FAD-FAD30548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让好想法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01010"/>
                </a:solidFill>
              </a:defRPr>
            </a:pPr>
            <a:r>
              <a:rPr sz="2400" b="1">
                <a:solidFill>
                  <a:srgbClr val="101010"/>
                </a:solidFill>
              </a:rPr>
              <a:t>更快被看见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A34F1-7F1D-4086-8D0C-6609DB5B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4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777875"/>
                </a:solidFill>
              </a:defRPr>
            </a:pPr>
            <a:r>
              <a:rPr sz="675" b="1">
                <a:solidFill>
                  <a:srgbClr val="777875"/>
                </a:solidFill>
              </a:rPr>
              <a:t>BLUE-WHITE EDITORIAL × CLEAR GRADIENT ENERGY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2630B-6F25-4619-884B-0BDD57C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17265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98BB5-EDA0-4660-9C11-EA77162A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101010"/>
                </a:solidFill>
              </a:defRPr>
            </a:pPr>
            <a:r>
              <a:rPr sz="675" b="1">
                <a:solidFill>
                  <a:srgbClr val="101010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3DA67-5532-4D02-81D1-8868F96C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777875"/>
                </a:solidFill>
              </a:defRPr>
            </a:pPr>
            <a:r>
              <a:rPr sz="675" b="0">
                <a:solidFill>
                  <a:srgbClr val="777875"/>
                </a:solidFill>
              </a:rPr>
              <a:t>STRUCTURE CREATES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2B5F6-E769-44C7-A5A5-768BAC8C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66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777875"/>
                </a:solidFill>
              </a:defRPr>
            </a:pPr>
            <a:r>
              <a:rPr sz="675" b="1">
                <a:solidFill>
                  <a:srgbClr val="777875"/>
                </a:solidFill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478263d1143a2"/>
          <a:srcRect xmlns:a="http://schemas.openxmlformats.org/drawingml/2006/main" l="22351" t="0" r="223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14375"/>
            <a:ext cx="6191250" cy="6143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DE6DF-4B50-4217-AB94-0A9B4D08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04850"/>
            <a:ext cx="6000750" cy="615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title">
            <a:extLst xmlns:a="http://schemas.openxmlformats.org/drawingml/2006/main">
              <a:ext uri="{FF2B5EF4-FFF2-40B4-BE49-F238E27FC236}">
                <a16:creationId xmlns:a16="http://schemas.microsoft.com/office/drawing/2014/main" id="{E6D38C89-0B08-42CB-B38E-4789680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066800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清晰结构，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300" b="1">
                <a:solidFill>
                  <a:srgbClr val="101010"/>
                </a:solidFill>
              </a:defRPr>
            </a:pPr>
            <a:r>
              <a:rPr sz="3300" b="1">
                <a:solidFill>
                  <a:srgbClr val="101010"/>
                </a:solidFill>
              </a:rPr>
              <a:t>让创意有空间生长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39FAE-978E-4651-82D4-8150C2B3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77875"/>
                </a:solidFill>
              </a:defRPr>
            </a:pPr>
            <a:r>
              <a:rPr sz="1275" b="0">
                <a:solidFill>
                  <a:srgbClr val="777875"/>
                </a:solidFill>
              </a:rPr>
              <a:t>结构不是限制，而是把注意力导向最重要的那一件事。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A5F92-E7A2-4B6C-910F-13B0F6BE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BC753-9A22-4911-9D8F-51B5ECB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38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394B2-694B-4856-9FEB-A5708B6B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先建立秩序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88B44-8AF0-450D-B7D2-DE30757E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3857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777875"/>
                </a:solidFill>
              </a:defRPr>
            </a:pPr>
            <a:r>
              <a:rPr sz="900" b="0">
                <a:solidFill>
                  <a:srgbClr val="777875"/>
                </a:solidFill>
              </a:rPr>
              <a:t>网格与留白决定阅读路径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FCC83-8795-43B0-A505-E28BCDD6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29100-731E-4ED6-9257-A759E21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243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再制造对比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2F38D-BA26-433D-97CF-DA9C9BF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529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777875"/>
                </a:solidFill>
              </a:defRPr>
            </a:pPr>
            <a:r>
              <a:rPr sz="900" b="0">
                <a:solidFill>
                  <a:srgbClr val="777875"/>
                </a:solidFill>
              </a:rPr>
              <a:t>蓝白骨架承接渐变能量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C410F-8995-42C4-9C52-BF212BD5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67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BB5B3-D95C-4BD6-B894-27C028C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1010"/>
                </a:solidFill>
              </a:defRPr>
            </a:pPr>
            <a:r>
              <a:rPr sz="1425" b="1">
                <a:solidFill>
                  <a:srgbClr val="101010"/>
                </a:solidFill>
              </a:rPr>
              <a:t>最后留下记忆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97822-49E3-409A-91AE-B7ADECC3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673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777875"/>
                </a:solidFill>
              </a:defRPr>
            </a:pPr>
            <a:r>
              <a:rPr sz="900" b="0">
                <a:solidFill>
                  <a:srgbClr val="777875"/>
                </a:solidFill>
              </a:rPr>
              <a:t>每页只保留一个视觉动作</a:t>
            </a:r>
          </a:p>
        </p:txBody>
      </p:sp>
    </p:spTree>
    <p:extLst>
      <p:ext uri="{BB962C8B-B14F-4D97-AF65-F5344CB8AC3E}">
        <p14:creationId xmlns:p14="http://schemas.microsoft.com/office/powerpoint/2010/main" val="1186690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F5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46922-DD94-4D82-AF7D-2D17C5CD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7C129-C572-42D6-956D-3025258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B9C5FF"/>
                </a:solidFill>
              </a:defRPr>
            </a:pPr>
            <a:r>
              <a:rPr sz="675" b="0">
                <a:solidFill>
                  <a:srgbClr val="B9C5FF"/>
                </a:solidFill>
              </a:rPr>
              <a:t>EDITORIAL COMPRESSION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8F7DB-5E97-434E-B712-2FDC0EF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66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B9C5FF"/>
                </a:solidFill>
              </a:defRPr>
            </a:pPr>
            <a:r>
              <a:rPr sz="675" b="1">
                <a:solidFill>
                  <a:srgbClr val="B9C5FF"/>
                </a:solidFill>
              </a:rPr>
              <a:t>03</a:t>
            </a:r>
          </a:p>
        </p:txBody>
      </p:sp>
      <p:sp>
        <p:nvSpPr>
          <p:cNvPr id="4" name="compression-title">
            <a:extLst xmlns:a="http://schemas.openxmlformats.org/drawingml/2006/main">
              <a:ext uri="{FF2B5EF4-FFF2-40B4-BE49-F238E27FC236}">
                <a16:creationId xmlns:a16="http://schemas.microsoft.com/office/drawing/2014/main" id="{A13FB644-D246-4D1D-973C-CC80A32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504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把复杂信息，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压缩成三个动作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BA5C2-0F9B-47EA-AE60-DF5D689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049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5DCFF"/>
                </a:solidFill>
              </a:defRPr>
            </a:pPr>
            <a:r>
              <a:rPr sz="1275" b="0">
                <a:solidFill>
                  <a:srgbClr val="D5DCFF"/>
                </a:solidFill>
              </a:rPr>
              <a:t>示意：信息经过三次筛选，页面焦点逐步增强。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46FDA-6EC4-4113-B75F-588B9825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51048-F4DE-4C04-8C95-54AE7A43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2CEFF"/>
                </a:solidFill>
              </a:defRPr>
            </a:pPr>
            <a:r>
              <a:rPr sz="825" b="1">
                <a:solidFill>
                  <a:srgbClr val="C2CE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1EDE8-7664-4B14-AC0F-F5BAE998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30A67-1C45-487C-A342-03C77BE3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5DCFF"/>
                </a:solidFill>
              </a:defRPr>
            </a:pPr>
            <a:r>
              <a:rPr sz="1050" b="0">
                <a:solidFill>
                  <a:srgbClr val="D5DCFF"/>
                </a:solidFill>
              </a:rPr>
              <a:t>删掉不支持结论的信息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BF27A-A8E3-4BB9-9688-7B5E7B6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0656-E1EC-484C-9898-0500CA7C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51CC4-4D15-49A2-AAA7-B0AD4B6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36%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CFA1F-B3DD-45C9-919C-3BDC6D9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CC8FF"/>
                </a:solidFill>
              </a:defRPr>
            </a:pPr>
            <a:r>
              <a:rPr sz="675" b="1">
                <a:solidFill>
                  <a:srgbClr val="BCC8FF"/>
                </a:solidFill>
              </a:rPr>
              <a:t>FOCUS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E7EEB-EEF9-49DB-BD69-35B0048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2CEFF"/>
                </a:solidFill>
              </a:defRPr>
            </a:pPr>
            <a:r>
              <a:rPr sz="825" b="1">
                <a:solidFill>
                  <a:srgbClr val="C2CE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DF1C8-249C-4C3D-8665-C6126AF4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排序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B6D79-7975-42C6-8D19-FB4328A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33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5DCFF"/>
                </a:solidFill>
              </a:defRPr>
            </a:pPr>
            <a:r>
              <a:rPr sz="1050" b="0">
                <a:solidFill>
                  <a:srgbClr val="D5DCFF"/>
                </a:solidFill>
              </a:rPr>
              <a:t>建立先因后果的阅读路径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43DB8-491C-4A56-9DF2-E6F0E84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6BAAA-85A7-450D-A2E5-CF39ACC8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523DA-B545-4158-B9DB-C4CFC1FD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101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4D8D1"/>
                </a:solidFill>
              </a:defRPr>
            </a:pPr>
            <a:r>
              <a:rPr sz="3600" b="1">
                <a:solidFill>
                  <a:srgbClr val="34D8D1"/>
                </a:solidFill>
              </a:rPr>
              <a:t>62%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C3AF4-0C4C-4E5C-B645-DE20434F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57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CC8FF"/>
                </a:solidFill>
              </a:defRPr>
            </a:pPr>
            <a:r>
              <a:rPr sz="675" b="1">
                <a:solidFill>
                  <a:srgbClr val="BCC8FF"/>
                </a:solidFill>
              </a:rPr>
              <a:t>FOCUS 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02669-70A6-4C26-9653-249656D6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2CEFF"/>
                </a:solidFill>
              </a:defRPr>
            </a:pPr>
            <a:r>
              <a:rPr sz="825" b="1">
                <a:solidFill>
                  <a:srgbClr val="C2CE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27337-EEA1-484E-A085-D25273C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放大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4127A-1A69-4F27-94D3-D0E737F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5DCFF"/>
                </a:solidFill>
              </a:defRPr>
            </a:pPr>
            <a:r>
              <a:rPr sz="1050" b="0">
                <a:solidFill>
                  <a:srgbClr val="D5DCFF"/>
                </a:solidFill>
              </a:rPr>
              <a:t>让关键结论成为视觉重心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A070D-2BB9-40BF-A1F9-61B0B6AD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291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14BA8-CBD7-43EF-A12F-145AEC2A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29150"/>
            <a:ext cx="2457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BB2D3-A528-4F85-8682-D7D148F5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101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E8FF67"/>
                </a:solidFill>
              </a:defRPr>
            </a:pPr>
            <a:r>
              <a:rPr sz="3600" b="1">
                <a:solidFill>
                  <a:srgbClr val="E8FF67"/>
                </a:solidFill>
              </a:rPr>
              <a:t>86%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1BD3C-1D85-4A49-8041-9DE2EC5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57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CC8FF"/>
                </a:solidFill>
              </a:defRPr>
            </a:pPr>
            <a:r>
              <a:rPr sz="675" b="1">
                <a:solidFill>
                  <a:srgbClr val="BCC8FF"/>
                </a:solidFill>
              </a:rPr>
              <a:t>FOCUS INDEX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562F6-7FD0-4273-9711-478DD58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B8C4FF"/>
                </a:solidFill>
              </a:defRPr>
            </a:pPr>
            <a:r>
              <a:rPr sz="675" b="0">
                <a:solidFill>
                  <a:srgbClr val="B8C4FF"/>
                </a:solidFill>
              </a:rPr>
              <a:t>示意数据，仅用于展示信息设计与可编辑图形样式。</a:t>
            </a:r>
          </a:p>
        </p:txBody>
      </p:sp>
    </p:spTree>
    <p:extLst>
      <p:ext uri="{BB962C8B-B14F-4D97-AF65-F5344CB8AC3E}">
        <p14:creationId xmlns:p14="http://schemas.microsoft.com/office/powerpoint/2010/main" val="1845676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E2780-C936-47D4-8AB4-D8F396F4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101010"/>
                </a:solidFill>
              </a:defRPr>
            </a:pPr>
            <a:r>
              <a:rPr sz="675" b="1">
                <a:solidFill>
                  <a:srgbClr val="101010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52FE5-8564-42FC-8615-B4E6FDAB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777875"/>
                </a:solidFill>
              </a:defRPr>
            </a:pPr>
            <a:r>
              <a:rPr sz="675" b="0">
                <a:solidFill>
                  <a:srgbClr val="777875"/>
                </a:solidFill>
              </a:rPr>
              <a:t>RHYTHM BEFORE SURPRISE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A0B7D-CB52-490D-A7D2-36A7F419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66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777875"/>
                </a:solidFill>
              </a:defRPr>
            </a:pPr>
            <a:r>
              <a:rPr sz="675" b="1">
                <a:solidFill>
                  <a:srgbClr val="777875"/>
                </a:solidFill>
              </a:rPr>
              <a:t>04</a:t>
            </a:r>
          </a:p>
        </p:txBody>
      </p:sp>
      <p:sp>
        <p:nvSpPr>
          <p:cNvPr id="4" name="rhythm-title">
            <a:extLst xmlns:a="http://schemas.openxmlformats.org/drawingml/2006/main">
              <a:ext uri="{FF2B5EF4-FFF2-40B4-BE49-F238E27FC236}">
                <a16:creationId xmlns:a16="http://schemas.microsoft.com/office/drawing/2014/main" id="{D0CFBB9C-9F28-4004-923D-AF6C5B2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750" b="1">
                <a:solidFill>
                  <a:srgbClr val="101010"/>
                </a:solidFill>
              </a:defRPr>
            </a:pPr>
            <a:r>
              <a:rPr sz="3750" b="1">
                <a:solidFill>
                  <a:srgbClr val="101010"/>
                </a:solidFill>
              </a:rPr>
              <a:t>先建立节奏，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750" b="1">
                <a:solidFill>
                  <a:srgbClr val="101010"/>
                </a:solidFill>
              </a:defRPr>
            </a:pPr>
            <a:r>
              <a:rPr sz="3750" b="1">
                <a:solidFill>
                  <a:srgbClr val="101010"/>
                </a:solidFill>
              </a:rPr>
              <a:t>再加入惊喜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8F5FD-E275-4B11-AFE4-612A606C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62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777875"/>
                </a:solidFill>
              </a:defRPr>
            </a:pPr>
            <a:r>
              <a:rPr sz="1275" b="0">
                <a:solidFill>
                  <a:srgbClr val="777875"/>
                </a:solidFill>
              </a:rPr>
              <a:t>四个动作，把信息从“能看懂”推向“记得住”。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6AC55-01AE-4B8E-9F30-BAD742A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6F8D6-7311-4B14-8F57-E2731C4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BA865-C247-495C-9F1A-B2B899FA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C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47fad8d83446d"/>
          <a:stretch xmlns:a="http://schemas.openxmlformats.org/drawingml/2006/main"/>
        </p:blipFill>
        <p:spPr>
          <a:xfrm xmlns:a="http://schemas.openxmlformats.org/drawingml/2006/main">
            <a:off x="771525" y="3162874"/>
            <a:ext cx="971550" cy="76085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F046B-1B62-4ECB-865B-E88DA72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BF3F3-9D48-487B-BDF5-8FEC7A33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捕捉信号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6DCF0-830B-43EC-AD6F-5DC36980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875"/>
                </a:solidFill>
              </a:defRPr>
            </a:pPr>
            <a:r>
              <a:rPr sz="975" b="0">
                <a:solidFill>
                  <a:srgbClr val="777875"/>
                </a:solidFill>
              </a:rPr>
              <a:t>找到真正值得讲的变化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DC45F-2E40-49CB-9801-04D0627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92AFE-075E-4749-A434-E4140F1B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00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C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3744f893548f0"/>
          <a:stretch xmlns:a="http://schemas.openxmlformats.org/drawingml/2006/main"/>
        </p:blipFill>
        <p:spPr>
          <a:xfrm xmlns:a="http://schemas.openxmlformats.org/drawingml/2006/main">
            <a:off x="3552825" y="3070848"/>
            <a:ext cx="971550" cy="94490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DD968-F044-40CE-B797-3E0868B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72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B8FA6-2496-435E-9A10-E49A530D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建立路径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67939-4A84-415E-92E7-415347D8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10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875"/>
                </a:solidFill>
              </a:defRPr>
            </a:pPr>
            <a:r>
              <a:rPr sz="975" b="0">
                <a:solidFill>
                  <a:srgbClr val="777875"/>
                </a:solidFill>
              </a:rPr>
              <a:t>让观点沿同一方向推进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04EF6-894B-494C-9991-8B3E6518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5E181-C24E-4E80-85F4-BDBE1067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CFF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3232c4219431f"/>
          <a:stretch xmlns:a="http://schemas.openxmlformats.org/drawingml/2006/main"/>
        </p:blipFill>
        <p:spPr>
          <a:xfrm xmlns:a="http://schemas.openxmlformats.org/drawingml/2006/main">
            <a:off x="6348760" y="3067050"/>
            <a:ext cx="942280" cy="95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17701-1719-445A-8EF4-42ED14D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08676-15AA-455C-822C-BD3C538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95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放大差异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03117-4BA5-4D61-8A58-F6915CA0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10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875"/>
                </a:solidFill>
              </a:defRPr>
            </a:pPr>
            <a:r>
              <a:rPr sz="975" b="0">
                <a:solidFill>
                  <a:srgbClr val="777875"/>
                </a:solidFill>
              </a:rPr>
              <a:t>用色彩与尺度拉开层级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190F2-ACDB-49D1-9037-0C9EDF87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F67"/>
          </a:solidFill>
          <a:ln xmlns:a="http://schemas.openxmlformats.org/drawingml/2006/main" w="19050">
            <a:solidFill>
              <a:srgbClr val="E8FF67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e64e4b3ab47da"/>
          <a:stretch xmlns:a="http://schemas.openxmlformats.org/drawingml/2006/main"/>
        </p:blipFill>
        <p:spPr>
          <a:xfrm xmlns:a="http://schemas.openxmlformats.org/drawingml/2006/main">
            <a:off x="9116429" y="3067050"/>
            <a:ext cx="969543" cy="952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E08BB-8486-4AC0-92FE-7C319D25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5BFF"/>
                </a:solidFill>
              </a:defRPr>
            </a:pPr>
            <a:r>
              <a:rPr sz="750" b="1">
                <a:solidFill>
                  <a:srgbClr val="2F5B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8269C-201E-4022-B09B-D4C3274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制造记忆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05F2F-CA66-4E02-B9F6-47F22966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0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875"/>
                </a:solidFill>
              </a:defRPr>
            </a:pPr>
            <a:r>
              <a:rPr sz="975" b="0">
                <a:solidFill>
                  <a:srgbClr val="777875"/>
                </a:solidFill>
              </a:rPr>
              <a:t>只在关键节点释放惊喜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B07FC-F250-4A6C-8EC9-15A2CF8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2D75D-8027-4C70-A96F-6ADC63E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19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CLARITY FIRST. ENERGY SECOND.</a:t>
            </a:r>
          </a:p>
        </p:txBody>
      </p:sp>
    </p:spTree>
    <p:extLst>
      <p:ext uri="{BB962C8B-B14F-4D97-AF65-F5344CB8AC3E}">
        <p14:creationId xmlns:p14="http://schemas.microsoft.com/office/powerpoint/2010/main" val="375198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2026-07-23T16:23:27.5280000Z</dcterms:created>
  <dcterms:modified xsi:type="dcterms:W3CDTF">2026-07-23T16:23:27.5280000Z</dcterms:modified>
</coreProperties>
</file>