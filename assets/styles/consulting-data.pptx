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3659bb3084113" /><Relationship Type="http://schemas.openxmlformats.org/officeDocument/2006/relationships/extended-properties" Target="/docProps/app.xml" Id="Rdeefbedde41b4851" /><Relationship Type="http://schemas.openxmlformats.org/officeDocument/2006/relationships/officeDocument" Target="/ppt/presentation.xml" Id="R2300aaf43fc3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f24bbca8643cd"/>
  </p:sldMasterIdLst>
  <p:notesMasterIdLst>
    <p:notesMasterId xmlns:r="http://schemas.openxmlformats.org/officeDocument/2006/relationships" r:id="R1f8d558cf3ab4590"/>
  </p:notesMasterIdLst>
  <p:sldIdLst>
    <p:sldId xmlns:r="http://schemas.openxmlformats.org/officeDocument/2006/relationships" id="256" r:id="Rb2b963d474374584"/>
    <p:sldId xmlns:r="http://schemas.openxmlformats.org/officeDocument/2006/relationships" id="257" r:id="Re5ffd859ef3c4a36"/>
    <p:sldId xmlns:r="http://schemas.openxmlformats.org/officeDocument/2006/relationships" id="258" r:id="Re95a69f00c564320"/>
    <p:sldId xmlns:r="http://schemas.openxmlformats.org/officeDocument/2006/relationships" id="259" r:id="R6efefedbac644d6c"/>
    <p:sldId xmlns:r="http://schemas.openxmlformats.org/officeDocument/2006/relationships" id="260" r:id="R2c99df19c9e647af"/>
    <p:sldId xmlns:r="http://schemas.openxmlformats.org/officeDocument/2006/relationships" id="261" r:id="R66bcd2413a41477e"/>
    <p:sldId xmlns:r="http://schemas.openxmlformats.org/officeDocument/2006/relationships" id="262" r:id="Rd3157f715c674d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d382b64a74fae" /><Relationship Type="http://schemas.openxmlformats.org/officeDocument/2006/relationships/slideMaster" Target="/ppt/slideMasters/slideMaster1.xml" Id="R1d4f24bbca8643cd" /><Relationship Type="http://schemas.openxmlformats.org/officeDocument/2006/relationships/notesMaster" Target="/ppt/notesMasters/notesMaster1.xml" Id="R1f8d558cf3ab4590" /><Relationship Type="http://schemas.openxmlformats.org/officeDocument/2006/relationships/presProps" Target="/ppt/presProps.xml" Id="R3ac15224fb364b74" /><Relationship Type="http://schemas.openxmlformats.org/officeDocument/2006/relationships/tableStyles" Target="/ppt/tableStyles.xml" Id="R4464b0d464e7466b" /><Relationship Type="http://schemas.openxmlformats.org/officeDocument/2006/relationships/slide" Target="/ppt/slides/slide1.xml" Id="Rb2b963d474374584" /><Relationship Type="http://schemas.openxmlformats.org/officeDocument/2006/relationships/slide" Target="/ppt/slides/slide2.xml" Id="Re5ffd859ef3c4a36" /><Relationship Type="http://schemas.openxmlformats.org/officeDocument/2006/relationships/slide" Target="/ppt/slides/slide3.xml" Id="Re95a69f00c564320" /><Relationship Type="http://schemas.openxmlformats.org/officeDocument/2006/relationships/slide" Target="/ppt/slides/slide4.xml" Id="R6efefedbac644d6c" /><Relationship Type="http://schemas.openxmlformats.org/officeDocument/2006/relationships/slide" Target="/ppt/slides/slide5.xml" Id="R2c99df19c9e647af" /><Relationship Type="http://schemas.openxmlformats.org/officeDocument/2006/relationships/slide" Target="/ppt/slides/slide6.xml" Id="R66bcd2413a41477e" /><Relationship Type="http://schemas.openxmlformats.org/officeDocument/2006/relationships/slide" Target="/ppt/slides/slide7.xml" Id="Rd3157f715c674d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0b5de3273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75cf9d144a4054" /><Relationship Type="http://schemas.openxmlformats.org/officeDocument/2006/relationships/notesMaster" Target="/ppt/notesMasters/notesMaster1.xml" Id="Ra187d9700a10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74c3ca020488a" /><Relationship Type="http://schemas.openxmlformats.org/officeDocument/2006/relationships/notesMaster" Target="/ppt/notesMasters/notesMaster1.xml" Id="R8d91e527c8dd43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bca26b800442f3" /><Relationship Type="http://schemas.openxmlformats.org/officeDocument/2006/relationships/notesMaster" Target="/ppt/notesMasters/notesMaster1.xml" Id="R768437cf296643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9476f97615422c" /><Relationship Type="http://schemas.openxmlformats.org/officeDocument/2006/relationships/notesMaster" Target="/ppt/notesMasters/notesMaster1.xml" Id="R99a247b67bf4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e247a3b471406e" /><Relationship Type="http://schemas.openxmlformats.org/officeDocument/2006/relationships/notesMaster" Target="/ppt/notesMasters/notesMaster1.xml" Id="R1dd6f9294790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aa4f2a71d41bb" /><Relationship Type="http://schemas.openxmlformats.org/officeDocument/2006/relationships/notesMaster" Target="/ppt/notesMasters/notesMaster1.xml" Id="R8838bec1523d43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e539872fe1494f" /><Relationship Type="http://schemas.openxmlformats.org/officeDocument/2006/relationships/notesMaster" Target="/ppt/notesMasters/notesMaster1.xml" Id="Ra27d20de2693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说明演示目标和受众。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a776f8cbf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0f6b0fdfd54731" /><Relationship Type="http://schemas.openxmlformats.org/officeDocument/2006/relationships/slideLayout" Target="/ppt/slideLayouts/slideLayout1.xml" Id="R7495f8849d694d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5f8849d694d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4e30a85cd41b6" /><Relationship Type="http://schemas.openxmlformats.org/officeDocument/2006/relationships/notesSlide" Target="/ppt/notesSlides/notesSlide1.xml" Id="R31bc62813e654c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677e874a0434d" /><Relationship Type="http://schemas.openxmlformats.org/officeDocument/2006/relationships/image" Target="/ppt/media/image.png" Id="Re9a5b6136fe447ae" /><Relationship Type="http://schemas.openxmlformats.org/officeDocument/2006/relationships/notesSlide" Target="/ppt/notesSlides/notesSlide2.xml" Id="R4dd8e6bb3afa4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61e5ba2e43d2" /><Relationship Type="http://schemas.openxmlformats.org/officeDocument/2006/relationships/image" Target="/ppt/media/image2.png" Id="R05092d63b7b14e94" /><Relationship Type="http://schemas.openxmlformats.org/officeDocument/2006/relationships/notesSlide" Target="/ppt/notesSlides/notesSlide3.xml" Id="R483aae6b1bad47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b7d8bcd3b40c5" /><Relationship Type="http://schemas.openxmlformats.org/officeDocument/2006/relationships/notesSlide" Target="/ppt/notesSlides/notesSlide4.xml" Id="R3dba65d89bb248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6dd8e909f4779" /><Relationship Type="http://schemas.openxmlformats.org/officeDocument/2006/relationships/chart" Target="/ppt/slides/charts/chart1.xml" Id="R60f9bb8732c14086" /><Relationship Type="http://schemas.openxmlformats.org/officeDocument/2006/relationships/notesSlide" Target="/ppt/notesSlides/notesSlide5.xml" Id="Rb86e3961c02246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1df54b56a4d9c" /><Relationship Type="http://schemas.openxmlformats.org/officeDocument/2006/relationships/notesSlide" Target="/ppt/notesSlides/notesSlide6.xml" Id="R9f1da7b73269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1121479ac4b62" /><Relationship Type="http://schemas.openxmlformats.org/officeDocument/2006/relationships/notesSlide" Target="/ppt/notesSlides/notesSlide7.xml" Id="Re989f19c2eb442a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A21D2B"/>
            </a:solidFill>
            <a:ln xmlns:a="http://schemas.openxmlformats.org/drawingml/2006/main" w="28575">
              <a:solidFill>
                <a:srgbClr val="A21D2B"/>
              </a:solidFill>
              <a:prstDash val="solid"/>
            </a:ln>
          </c:spPr>
          <c:cat>
            <c:strLit>
              <c:ptCount val="3"/>
              <c:pt idx="0">
                <c:v>内容</c:v>
              </c:pt>
              <c:pt idx="1">
                <c:v>设计</c:v>
              </c:pt>
              <c:pt idx="2">
                <c:v>检查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88</c:v>
              </c:pt>
              <c:pt idx="2">
                <c:v>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171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CF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CFC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3709C-21DE-466C-B0F4-579F144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90D50-7D02-4843-8A4C-4FB8CB8D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21D2B"/>
                </a:solidFill>
              </a:defRPr>
            </a:pPr>
            <a:r>
              <a:rPr sz="975" b="1">
                <a:solidFill>
                  <a:srgbClr val="A21D2B"/>
                </a:solidFill>
              </a:rPr>
              <a:t>LIULEI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F0643-25E7-4866-B4FC-C7AB9903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1717"/>
                </a:solidFill>
              </a:defRPr>
            </a:pPr>
            <a:r>
              <a:rPr sz="4200" b="1">
                <a:solidFill>
                  <a:srgbClr val="171717"/>
                </a:solidFill>
              </a:rPr>
              <a:t>把零散材料变成有说服力的演示文稿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CD31D-C606-4F03-A412-07982E4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先理清叙事，再选择风格，最后交付可编辑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7786F-FB4B-41A3-AC4F-5A2455A0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11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CA357-53A6-4A01-8934-BE68B90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219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0573F-7D6D-47B7-8906-7BCFC18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86150"/>
            <a:ext cx="685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C8181-F4B0-4135-910F-FD27E7D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1740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97006-94A7-4A78-A79C-48E2E26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5b6136fe447ae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225" y="0"/>
            <a:ext cx="6581775" cy="6858000"/>
          </a:xfrm>
          <a:prstGeom xmlns:a="http://schemas.openxmlformats.org/drawingml/2006/main" prst="roundRect">
            <a:avLst>
              <a:gd name="adj" fmla="val 173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64140-269A-49D6-8A8D-9180A457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31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21D2B"/>
                </a:solidFill>
              </a:defRPr>
            </a:pPr>
            <a:r>
              <a:rPr sz="900" b="1">
                <a:solidFill>
                  <a:srgbClr val="A21D2B"/>
                </a:solidFill>
              </a:rPr>
              <a:t>VISUAL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6045-FCAE-405C-9A57-4B7D45E3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3148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风格不只是换色，而是重新组织画面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70920-CB43-42FD-9BC6-05830436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314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网格、主次、媒体尺度和页面节奏共同定义设计语言。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9BB72-78AE-4BFD-907C-E2AD8BA9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2702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0F3EA-F2AF-43DF-B218-17BD23C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4F11A-D872-4338-AE26-24131DB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21D2B"/>
                </a:solidFill>
              </a:defRPr>
            </a:pPr>
            <a:r>
              <a:rPr sz="900" b="1">
                <a:solidFill>
                  <a:srgbClr val="A21D2B"/>
                </a:solidFill>
              </a:rPr>
              <a:t>VISUAL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56348-C26A-46E0-9D79-2585B3E5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92d63b7b14e94"/>
          <a:stretch xmlns:a="http://schemas.openxmlformats.org/drawingml/2006/main"/>
        </p:blipFill>
        <p:spPr>
          <a:xfrm xmlns:a="http://schemas.openxmlformats.org/drawingml/2006/main">
            <a:off x="800100" y="18478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92254-34E7-4C7D-B3D5-A8CAE52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5240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9660" b="1">
                <a:solidFill>
                  <a:srgbClr val="A21D2B"/>
                </a:solidFill>
              </a:defRPr>
            </a:pPr>
            <a:r>
              <a:rPr sz="9660" b="1">
                <a:solidFill>
                  <a:srgbClr val="A21D2B"/>
                </a:solidFill>
              </a:rPr>
              <a:t>50–70%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2880C-AABE-4DD2-B054-2ABF216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900416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页面采用有意义的视觉表达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1F1C1-880A-4B04-9098-EF8624F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912" y="4572000"/>
            <a:ext cx="504748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包括数据、关键数字、时间线、图片与图解。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54068-D008-4CD7-943C-1D838B28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47183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D0DB6-0AB7-49A1-BDA2-4C90830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5234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F5E0C-E3B1-4ED5-B785-71987B6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DC8D7-14DB-443E-B640-1C8D8A3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内容与设计沿着同一条工作流推进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59DA9-8F5E-4330-A0BB-6956A804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971800"/>
            <a:ext cx="1031443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80353-8C1F-41F0-A1C8-AD8EEE9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E2BEE-7E48-4DA0-813A-FFE41574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67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AFFE6-63AD-419C-8465-0C6646D5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3B444-9725-4904-BBFE-43513B31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识别受众、目标与核心结论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4E0C0-895C-40A6-B2B5-13448A7C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B9F82-7A2E-4417-8FFF-45AF7D98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2867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A21D2B"/>
                </a:solidFill>
              </a:defRPr>
            </a:pPr>
            <a:r>
              <a:rPr sz="900" b="1">
                <a:solidFill>
                  <a:srgbClr val="A21D2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4119D-CFC8-44B1-AA7E-E811468C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3E2A7-9FAB-4262-85B4-664813B9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建立叙事弧与逐页大纲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C57A3-9C8D-4FDC-8707-534D109B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184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65917-2C42-43B0-ACA9-8652FD0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184" y="2867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A21D2B"/>
                </a:solidFill>
              </a:defRPr>
            </a:pPr>
            <a:r>
              <a:rPr sz="900" b="1">
                <a:solidFill>
                  <a:srgbClr val="A21D2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C7DCB-030E-4D73-877F-4C37DB5E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构图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DD645-C943-4087-A2FB-9D8A942D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选择页面形态和视觉资产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5FD27-1E42-498B-A591-C047C79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84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2EE47-8FD0-47DB-8A66-C895C08F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84" y="2867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A21D2B"/>
                </a:solidFill>
              </a:defRPr>
            </a:pPr>
            <a:r>
              <a:rPr sz="900" b="1">
                <a:solidFill>
                  <a:srgbClr val="A21D2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C658B-EDCB-43C6-9277-487E2F12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27C02-C50C-4C6D-B727-FFD7A95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渲染、检查并修正全部页面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30D3E-4A81-481D-AC2D-128B455D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143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55BFB-C080-4BD8-9E1D-3DAF824F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928C7-8334-4E9A-85E8-677C6E93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结构化数据直接生成可编辑图表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892C0-8395-4A78-8C58-FB1E6E6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示例数据，仅用于插件自测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f9bb8732c140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A6885-9EAF-48D2-BC12-D5DA9614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7095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C2FD-DDD5-4B4B-AB61-9DF6A12A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8232-FC89-4267-A995-0D67AAF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D99100"/>
                </a:solidFill>
              </a:defRPr>
            </a:pPr>
            <a:r>
              <a:rPr sz="8850" b="1">
                <a:solidFill>
                  <a:srgbClr val="D99100"/>
                </a:solidFill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A943C-42A6-424D-BFF4-9BC005B8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81150"/>
            <a:ext cx="95440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每一页只保留一个真正需要被记住的视觉中心。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9C390-0930-48D7-A57D-A7A1ADFE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E4F45-6DD0-4923-BE44-AB7D2FEF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LIULEI PPT · 视觉生成原则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FFF06-AE01-4FEC-A837-5C7445C7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5872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44A9A-E091-42A7-9C3D-481E9B4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27D94-C423-4FE7-8FA5-4E9B85D7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75EA1-ADDE-4B13-BCCC-042D40F7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21D2B"/>
                </a:solidFill>
              </a:defRPr>
            </a:pPr>
            <a:r>
              <a:rPr sz="975" b="1">
                <a:solidFill>
                  <a:srgbClr val="A21D2B"/>
                </a:solidFill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D2E92-4082-4581-BDAE-20E3DB3A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0210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171717"/>
                </a:solidFill>
              </a:defRPr>
            </a:pPr>
            <a:r>
              <a:rPr sz="3900" b="1">
                <a:solidFill>
                  <a:srgbClr val="171717"/>
                </a:solidFill>
              </a:rPr>
              <a:t>最终交付不是图片，而是可以继续编辑的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7341-C6E1-4927-AE64-7E2B951E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944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保留文字、表格、图表与演讲者备注，并附带完整质量检查。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4EE2B-5D2C-4F1C-BD16-5193D22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666666"/>
                </a:solidFill>
              </a:defRPr>
            </a:pPr>
            <a:r>
              <a:rPr sz="750" b="1">
                <a:solidFill>
                  <a:srgbClr val="6666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3263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2026-07-23T15:01:11.8220000Z</dcterms:created>
  <dcterms:modified xsi:type="dcterms:W3CDTF">2026-07-23T15:01:11.8220000Z</dcterms:modified>
</coreProperties>
</file>