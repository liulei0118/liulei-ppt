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86f35505e0422f" /><Relationship Type="http://schemas.openxmlformats.org/officeDocument/2006/relationships/extended-properties" Target="/docProps/app.xml" Id="R92823d0669f64da7" /><Relationship Type="http://schemas.openxmlformats.org/officeDocument/2006/relationships/officeDocument" Target="/ppt/presentation.xml" Id="R2a4b33ae39cc44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0c8a2b6a974dfd"/>
  </p:sldMasterIdLst>
  <p:notesMasterIdLst>
    <p:notesMasterId xmlns:r="http://schemas.openxmlformats.org/officeDocument/2006/relationships" r:id="R38b13e4172334798"/>
  </p:notesMasterIdLst>
  <p:sldIdLst>
    <p:sldId xmlns:r="http://schemas.openxmlformats.org/officeDocument/2006/relationships" id="256" r:id="R46dd36a9ce784a31"/>
    <p:sldId xmlns:r="http://schemas.openxmlformats.org/officeDocument/2006/relationships" id="257" r:id="R62370f4833834e55"/>
    <p:sldId xmlns:r="http://schemas.openxmlformats.org/officeDocument/2006/relationships" id="258" r:id="Re8ef412f3b804352"/>
    <p:sldId xmlns:r="http://schemas.openxmlformats.org/officeDocument/2006/relationships" id="259" r:id="R9477bd7ba7af4370"/>
    <p:sldId xmlns:r="http://schemas.openxmlformats.org/officeDocument/2006/relationships" id="260" r:id="R00c5514f93274123"/>
    <p:sldId xmlns:r="http://schemas.openxmlformats.org/officeDocument/2006/relationships" id="261" r:id="Rdc8fc006333d46b5"/>
    <p:sldId xmlns:r="http://schemas.openxmlformats.org/officeDocument/2006/relationships" id="262" r:id="R361d7bf093df4b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89ffea44bb4d97" /><Relationship Type="http://schemas.openxmlformats.org/officeDocument/2006/relationships/slideMaster" Target="/ppt/slideMasters/slideMaster1.xml" Id="Re20c8a2b6a974dfd" /><Relationship Type="http://schemas.openxmlformats.org/officeDocument/2006/relationships/notesMaster" Target="/ppt/notesMasters/notesMaster1.xml" Id="R38b13e4172334798" /><Relationship Type="http://schemas.openxmlformats.org/officeDocument/2006/relationships/presProps" Target="/ppt/presProps.xml" Id="Ra8044d62c1ff4b03" /><Relationship Type="http://schemas.openxmlformats.org/officeDocument/2006/relationships/tableStyles" Target="/ppt/tableStyles.xml" Id="Rf8884d0c21be4a04" /><Relationship Type="http://schemas.openxmlformats.org/officeDocument/2006/relationships/slide" Target="/ppt/slides/slide1.xml" Id="R46dd36a9ce784a31" /><Relationship Type="http://schemas.openxmlformats.org/officeDocument/2006/relationships/slide" Target="/ppt/slides/slide2.xml" Id="R62370f4833834e55" /><Relationship Type="http://schemas.openxmlformats.org/officeDocument/2006/relationships/slide" Target="/ppt/slides/slide3.xml" Id="Re8ef412f3b804352" /><Relationship Type="http://schemas.openxmlformats.org/officeDocument/2006/relationships/slide" Target="/ppt/slides/slide4.xml" Id="R9477bd7ba7af4370" /><Relationship Type="http://schemas.openxmlformats.org/officeDocument/2006/relationships/slide" Target="/ppt/slides/slide5.xml" Id="R00c5514f93274123" /><Relationship Type="http://schemas.openxmlformats.org/officeDocument/2006/relationships/slide" Target="/ppt/slides/slide6.xml" Id="Rdc8fc006333d46b5" /><Relationship Type="http://schemas.openxmlformats.org/officeDocument/2006/relationships/slide" Target="/ppt/slides/slide7.xml" Id="R361d7bf093df4b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7adb687f0b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3fad9478db493c" /><Relationship Type="http://schemas.openxmlformats.org/officeDocument/2006/relationships/notesMaster" Target="/ppt/notesMasters/notesMaster1.xml" Id="Ra456b620d36742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af6288603e4997" /><Relationship Type="http://schemas.openxmlformats.org/officeDocument/2006/relationships/notesMaster" Target="/ppt/notesMasters/notesMaster1.xml" Id="R1e3b3415f4c846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d97d554a37484e" /><Relationship Type="http://schemas.openxmlformats.org/officeDocument/2006/relationships/notesMaster" Target="/ppt/notesMasters/notesMaster1.xml" Id="R0a8ec0d59f0446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070af891344cc0" /><Relationship Type="http://schemas.openxmlformats.org/officeDocument/2006/relationships/notesMaster" Target="/ppt/notesMasters/notesMaster1.xml" Id="R0bd86755763a48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aada038c174ae6" /><Relationship Type="http://schemas.openxmlformats.org/officeDocument/2006/relationships/notesMaster" Target="/ppt/notesMasters/notesMaster1.xml" Id="R3f2ea0b899094c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d7cf88bfca4fda" /><Relationship Type="http://schemas.openxmlformats.org/officeDocument/2006/relationships/notesMaster" Target="/ppt/notesMasters/notesMaster1.xml" Id="R004a82aa9f3d46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080b2ae7e142a9" /><Relationship Type="http://schemas.openxmlformats.org/officeDocument/2006/relationships/notesMaster" Target="/ppt/notesMasters/notesMaster1.xml" Id="R5eadc7fd678d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说明演示目标和受众。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65771a85a4d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5c35307f16454c" /><Relationship Type="http://schemas.openxmlformats.org/officeDocument/2006/relationships/slideLayout" Target="/ppt/slideLayouts/slideLayout1.xml" Id="R2892aacf5d7d4f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92aacf5d7d4f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fb11dead0478d" /><Relationship Type="http://schemas.openxmlformats.org/officeDocument/2006/relationships/notesSlide" Target="/ppt/notesSlides/notesSlide1.xml" Id="Rec7fd21164774f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7bc9391a946c3" /><Relationship Type="http://schemas.openxmlformats.org/officeDocument/2006/relationships/image" Target="/ppt/media/image.png" Id="R4de4f4b1f75545e5" /><Relationship Type="http://schemas.openxmlformats.org/officeDocument/2006/relationships/notesSlide" Target="/ppt/notesSlides/notesSlide2.xml" Id="R9db7c81f1e4249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f2fa18b114c5c" /><Relationship Type="http://schemas.openxmlformats.org/officeDocument/2006/relationships/image" Target="/ppt/media/image2.png" Id="Ra555a2faa2654c6b" /><Relationship Type="http://schemas.openxmlformats.org/officeDocument/2006/relationships/notesSlide" Target="/ppt/notesSlides/notesSlide3.xml" Id="Rc610620c39cb4b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ab2a94f9c4638" /><Relationship Type="http://schemas.openxmlformats.org/officeDocument/2006/relationships/notesSlide" Target="/ppt/notesSlides/notesSlide4.xml" Id="R72b8ca66e0264c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6aa75984b4b87" /><Relationship Type="http://schemas.openxmlformats.org/officeDocument/2006/relationships/chart" Target="/ppt/slides/charts/chart1.xml" Id="Ra58b2f4402974a72" /><Relationship Type="http://schemas.openxmlformats.org/officeDocument/2006/relationships/notesSlide" Target="/ppt/notesSlides/notesSlide5.xml" Id="Rd64691d0954c4a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559a6427c4081" /><Relationship Type="http://schemas.openxmlformats.org/officeDocument/2006/relationships/notesSlide" Target="/ppt/notesSlides/notesSlide6.xml" Id="Ra6014f026f7043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19498e32c47cf" /><Relationship Type="http://schemas.openxmlformats.org/officeDocument/2006/relationships/notesSlide" Target="/ppt/notesSlides/notesSlide7.xml" Id="R4e2a5c22677440f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rgbClr val="243B6B"/>
            </a:solidFill>
            <a:ln xmlns:a="http://schemas.openxmlformats.org/drawingml/2006/main" w="28575">
              <a:solidFill>
                <a:srgbClr val="243B6B"/>
              </a:solidFill>
              <a:prstDash val="solid"/>
            </a:ln>
          </c:spPr>
          <c:cat>
            <c:strLit>
              <c:ptCount val="3"/>
              <c:pt idx="0">
                <c:v>内容</c:v>
              </c:pt>
              <c:pt idx="1">
                <c:v>设计</c:v>
              </c:pt>
              <c:pt idx="2">
                <c:v>检查</c:v>
              </c:pt>
            </c:strLit>
          </c:cat>
          <c:val>
            <c:numLit>
              <c:formatCode>General</c:formatCode>
              <c:ptCount val="3"/>
              <c:pt idx="0">
                <c:v>92</c:v>
              </c:pt>
              <c:pt idx="1">
                <c:v>88</c:v>
              </c:pt>
              <c:pt idx="2">
                <c:v>96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21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C8B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677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C8B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7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4E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4E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AD6E0-8DEF-4991-BC1D-15184E40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E9AAC-F278-4624-9E20-EC6D55C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43B6B"/>
                </a:solidFill>
              </a:defRPr>
            </a:pPr>
            <a:r>
              <a:rPr sz="975" b="1">
                <a:solidFill>
                  <a:srgbClr val="243B6B"/>
                </a:solidFill>
              </a:rPr>
              <a:t>LIULEI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2143A-9BAC-46C2-BBE3-0F0ADFC8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0675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13B"/>
                </a:solidFill>
              </a:defRPr>
            </a:pPr>
            <a:r>
              <a:rPr sz="4200" b="1">
                <a:solidFill>
                  <a:srgbClr val="17213B"/>
                </a:solidFill>
              </a:rPr>
              <a:t>把零散材料变成有说服力的演示文稿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3D669-EF28-4A9C-A3E6-B2A882EC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687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E6677"/>
                </a:solidFill>
              </a:defRPr>
            </a:pPr>
            <a:r>
              <a:rPr sz="1725" b="0">
                <a:solidFill>
                  <a:srgbClr val="5E6677"/>
                </a:solidFill>
              </a:rPr>
              <a:t>先理清叙事，再选择风格，最后交付可编辑 PPTX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90EEA-51A5-4E83-8F39-A7C97290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19250"/>
            <a:ext cx="11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E0D74-3402-477F-B4F9-B1F74403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219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6A39E-B681-466E-8066-3D740518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81400"/>
            <a:ext cx="685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0FF90-EF7D-4598-840A-3D5F9F4E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E6677"/>
                </a:solidFill>
              </a:defRPr>
            </a:pPr>
            <a:r>
              <a:rPr sz="750" b="1">
                <a:solidFill>
                  <a:srgbClr val="5E667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32869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3A958-CBB6-45A4-9E0D-8C57A29B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4f4b1f75545e5"/>
          <a:srcRect xmlns:a="http://schemas.openxmlformats.org/drawingml/2006/main" l="2014" t="0" r="2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0225" y="0"/>
            <a:ext cx="65817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825F4-D8CA-4E3B-8FC7-CF774EEB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4181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43B6B"/>
                </a:solidFill>
              </a:defRPr>
            </a:pPr>
            <a:r>
              <a:rPr sz="900" b="1">
                <a:solidFill>
                  <a:srgbClr val="243B6B"/>
                </a:solidFill>
              </a:rPr>
              <a:t>VISUAL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33BC8-DDC7-43C4-8ED3-CFA87E00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41814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17213B"/>
                </a:solidFill>
              </a:defRPr>
            </a:pPr>
            <a:r>
              <a:rPr sz="3600" b="1">
                <a:solidFill>
                  <a:srgbClr val="17213B"/>
                </a:solidFill>
              </a:rPr>
              <a:t>风格不只是换色，而是重新组织画面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AA233-1220-4006-9F5B-4A265DEA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1814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E6677"/>
                </a:solidFill>
              </a:defRPr>
            </a:pPr>
            <a:r>
              <a:rPr sz="1725" b="0">
                <a:solidFill>
                  <a:srgbClr val="5E6677"/>
                </a:solidFill>
              </a:rPr>
              <a:t>网格、主次、媒体尺度和页面节奏共同定义设计语言。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FE2BA-06D7-4BE4-ABDB-92088BB5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E6677"/>
                </a:solidFill>
              </a:defRPr>
            </a:pPr>
            <a:r>
              <a:rPr sz="750" b="1">
                <a:solidFill>
                  <a:srgbClr val="5E667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8617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4BC86-7D31-4104-9D95-A97436C6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A3121-1512-4037-ADD1-66775519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43B6B"/>
                </a:solidFill>
              </a:defRPr>
            </a:pPr>
            <a:r>
              <a:rPr sz="900" b="1">
                <a:solidFill>
                  <a:srgbClr val="243B6B"/>
                </a:solidFill>
              </a:rPr>
              <a:t>VISUAL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65890-63EF-4702-AA74-16EE13BA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76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5a2faa2654c6b"/>
          <a:stretch xmlns:a="http://schemas.openxmlformats.org/drawingml/2006/main"/>
        </p:blipFill>
        <p:spPr>
          <a:xfrm xmlns:a="http://schemas.openxmlformats.org/drawingml/2006/main">
            <a:off x="933450" y="19431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87232-CDA9-4171-92B0-342DDECA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19250"/>
            <a:ext cx="9448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9660" b="1">
                <a:solidFill>
                  <a:srgbClr val="243B6B"/>
                </a:solidFill>
              </a:defRPr>
            </a:pPr>
            <a:r>
              <a:rPr sz="9660" b="1">
                <a:solidFill>
                  <a:srgbClr val="243B6B"/>
                </a:solidFill>
              </a:rPr>
              <a:t>50–70%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0F325-0715-478B-A7C7-F679A812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7708392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13B"/>
                </a:solidFill>
              </a:defRPr>
            </a:pPr>
            <a:r>
              <a:rPr sz="2700" b="1">
                <a:solidFill>
                  <a:srgbClr val="17213B"/>
                </a:solidFill>
              </a:rPr>
              <a:t>页面采用有意义的视觉表达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48725-CA01-431A-8C39-CC402EF6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244" y="4667250"/>
            <a:ext cx="4924806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E6677"/>
                </a:solidFill>
              </a:defRPr>
            </a:pPr>
            <a:r>
              <a:rPr sz="1725" b="0">
                <a:solidFill>
                  <a:srgbClr val="5E6677"/>
                </a:solidFill>
              </a:rPr>
              <a:t>包括数据、关键数字、时间线、图片与图解。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92865-C241-47FA-887D-FD9E6F4B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460362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2CA60-19E3-46D0-97A5-D5C0D559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E6677"/>
                </a:solidFill>
              </a:defRPr>
            </a:pPr>
            <a:r>
              <a:rPr sz="750" b="1">
                <a:solidFill>
                  <a:srgbClr val="5E667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3444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00CF1-0B7E-4B13-A2B2-895C01A9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DD2CB-F469-4EE1-AF5E-053695AE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10706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13B"/>
                </a:solidFill>
              </a:defRPr>
            </a:pPr>
            <a:r>
              <a:rPr sz="2700" b="1">
                <a:solidFill>
                  <a:srgbClr val="17213B"/>
                </a:solidFill>
              </a:rPr>
              <a:t>内容与设计沿着同一条工作流推进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59D2E-E0E7-456A-B79D-4971A7AA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33" y="3067050"/>
            <a:ext cx="1006373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09E3D-DA6B-49AA-B680-A58D8315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33" y="2800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451B2-4D15-4FFC-907D-00853AF5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33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7F4EC"/>
                </a:solidFill>
              </a:defRPr>
            </a:pPr>
            <a:r>
              <a:rPr sz="900" b="1">
                <a:solidFill>
                  <a:srgbClr val="F7F4E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8BF43-A567-4295-B1EF-DE3DFB99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447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7213B"/>
                </a:solidFill>
              </a:defRPr>
            </a:pPr>
            <a:r>
              <a:rPr sz="1725" b="1">
                <a:solidFill>
                  <a:srgbClr val="17213B"/>
                </a:solidFill>
              </a:rPr>
              <a:t>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19C24-D893-4A8F-93CF-BFB7EFCA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E6677"/>
                </a:solidFill>
              </a:defRPr>
            </a:pPr>
            <a:r>
              <a:rPr sz="1200" b="0">
                <a:solidFill>
                  <a:srgbClr val="5E6677"/>
                </a:solidFill>
              </a:rPr>
              <a:t>识别受众、目标与核心结论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F1CE5-29E6-4739-8902-2A4FB7A9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658" y="2800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3D747-DAA1-483B-9D06-7E322448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658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43B6B"/>
                </a:solidFill>
              </a:defRPr>
            </a:pPr>
            <a:r>
              <a:rPr sz="900" b="1">
                <a:solidFill>
                  <a:srgbClr val="243B6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510DA-6CD5-497C-A4D7-C9EB6DFD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2447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7213B"/>
                </a:solidFill>
              </a:defRPr>
            </a:pPr>
            <a:r>
              <a:rPr sz="1725" b="1">
                <a:solidFill>
                  <a:srgbClr val="17213B"/>
                </a:solidFill>
              </a:rPr>
              <a:t>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24421-E573-494C-B76E-6F5B4095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3624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E6677"/>
                </a:solidFill>
              </a:defRPr>
            </a:pPr>
            <a:r>
              <a:rPr sz="1200" b="0">
                <a:solidFill>
                  <a:srgbClr val="5E6677"/>
                </a:solidFill>
              </a:rPr>
              <a:t>建立叙事弧与逐页大纲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6E315-9CEF-48EE-8FCA-600EF5D4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183" y="2800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A2721-D29F-4CA4-A22A-3B10A946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183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43B6B"/>
                </a:solidFill>
              </a:defRPr>
            </a:pPr>
            <a:r>
              <a:rPr sz="900" b="1">
                <a:solidFill>
                  <a:srgbClr val="243B6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D6F5A-5C74-4695-8F93-57EEF953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2447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7213B"/>
                </a:solidFill>
              </a:defRPr>
            </a:pPr>
            <a:r>
              <a:rPr sz="1725" b="1">
                <a:solidFill>
                  <a:srgbClr val="17213B"/>
                </a:solidFill>
              </a:rPr>
              <a:t>构图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8549E-83EB-4C8A-8D4D-46177B64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E6677"/>
                </a:solidFill>
              </a:defRPr>
            </a:pPr>
            <a:r>
              <a:rPr sz="1200" b="0">
                <a:solidFill>
                  <a:srgbClr val="5E6677"/>
                </a:solidFill>
              </a:rPr>
              <a:t>选择页面形态和视觉资产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A89E9-D9DB-4159-9DB3-C3F80B42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708" y="2800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E8D64-F8D4-43D6-BB39-5CC01E77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708" y="29622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43B6B"/>
                </a:solidFill>
              </a:defRPr>
            </a:pPr>
            <a:r>
              <a:rPr sz="900" b="1">
                <a:solidFill>
                  <a:srgbClr val="243B6B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218A8-8F48-4825-99E7-D8B1C8D2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695700"/>
            <a:ext cx="2447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7213B"/>
                </a:solidFill>
              </a:defRPr>
            </a:pPr>
            <a:r>
              <a:rPr sz="1725" b="1">
                <a:solidFill>
                  <a:srgbClr val="17213B"/>
                </a:solidFill>
              </a:rPr>
              <a:t>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8A9CB-3953-4E5A-A378-48AFEA25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3624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E6677"/>
                </a:solidFill>
              </a:defRPr>
            </a:pPr>
            <a:r>
              <a:rPr sz="1200" b="0">
                <a:solidFill>
                  <a:srgbClr val="5E6677"/>
                </a:solidFill>
              </a:rPr>
              <a:t>渲染、检查并修正全部页面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49A3E4-0BD3-4139-8BFF-F0F60275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E6677"/>
                </a:solidFill>
              </a:defRPr>
            </a:pPr>
            <a:r>
              <a:rPr sz="750" b="1">
                <a:solidFill>
                  <a:srgbClr val="5E667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6648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C0EE1-1466-48AD-B7C2-D685DC58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D4C79-9730-4422-86A1-E7E08FD5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10706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13B"/>
                </a:solidFill>
              </a:defRPr>
            </a:pPr>
            <a:r>
              <a:rPr sz="2700" b="1">
                <a:solidFill>
                  <a:srgbClr val="17213B"/>
                </a:solidFill>
              </a:rPr>
              <a:t>结构化数据直接生成可编辑图表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CACD1-7E12-4C40-B2C5-9A887CB2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E6677"/>
                </a:solidFill>
              </a:defRPr>
            </a:pPr>
            <a:r>
              <a:rPr sz="1200" b="0">
                <a:solidFill>
                  <a:srgbClr val="5E6677"/>
                </a:solidFill>
              </a:rPr>
              <a:t>示例数据，仅用于插件自测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42950" y="2305050"/>
          <a:ext xmlns:a="http://schemas.openxmlformats.org/drawingml/2006/main" cx="107061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8b2f4402974a7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F43CD-9A36-41A1-810D-76FAD3D2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E6677"/>
                </a:solidFill>
              </a:defRPr>
            </a:pPr>
            <a:r>
              <a:rPr sz="750" b="1">
                <a:solidFill>
                  <a:srgbClr val="5E667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82543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34037-79A6-4670-9549-7AC3F26B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8754B-2FAE-4CC3-A68F-8DAAE02C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114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0" b="1">
                <a:solidFill>
                  <a:srgbClr val="A83A32"/>
                </a:solidFill>
              </a:defRPr>
            </a:pPr>
            <a:r>
              <a:rPr sz="8850" b="1">
                <a:solidFill>
                  <a:srgbClr val="A83A32"/>
                </a:solidFill>
              </a:rPr>
              <a:t>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6E337-F604-433E-A387-6A038A4C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76400"/>
            <a:ext cx="92773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7213B"/>
                </a:solidFill>
              </a:defRPr>
            </a:pPr>
            <a:r>
              <a:rPr sz="3600" b="1">
                <a:solidFill>
                  <a:srgbClr val="17213B"/>
                </a:solidFill>
              </a:rPr>
              <a:t>每一页只保留一个真正需要被记住的视觉中心。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46222-EC59-4F53-86FA-8B3AF18D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74AF7-A175-490E-80CE-2780850D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62450"/>
            <a:ext cx="822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E6677"/>
                </a:solidFill>
              </a:defRPr>
            </a:pPr>
            <a:r>
              <a:rPr sz="1725" b="0">
                <a:solidFill>
                  <a:srgbClr val="5E6677"/>
                </a:solidFill>
              </a:rPr>
              <a:t>LIULEI PPT · 视觉生成原则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7EA0E-6AD1-4319-A466-DBF014A2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E6677"/>
                </a:solidFill>
              </a:defRPr>
            </a:pPr>
            <a:r>
              <a:rPr sz="750" b="1">
                <a:solidFill>
                  <a:srgbClr val="5E667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02180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8EC66-E0CE-40FF-B84A-E5356BC8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63CD5-AC95-450F-8D3E-DD9F9486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BF501-6A20-4D79-933E-7653C5F6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09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43B6B"/>
                </a:solidFill>
              </a:defRPr>
            </a:pPr>
            <a:r>
              <a:rPr sz="975" b="1">
                <a:solidFill>
                  <a:srgbClr val="243B6B"/>
                </a:solidFill>
              </a:rPr>
              <a:t>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9ED49-51BA-4014-9377-C85A529A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19300"/>
            <a:ext cx="99441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17213B"/>
                </a:solidFill>
              </a:defRPr>
            </a:pPr>
            <a:r>
              <a:rPr sz="3900" b="1">
                <a:solidFill>
                  <a:srgbClr val="17213B"/>
                </a:solidFill>
              </a:rPr>
              <a:t>最终交付不是图片，而是可以继续编辑的 PPTX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93B49-1DF2-4060-9350-E994EAD1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918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5E6677"/>
                </a:solidFill>
              </a:defRPr>
            </a:pPr>
            <a:r>
              <a:rPr sz="1725" b="0">
                <a:solidFill>
                  <a:srgbClr val="5E6677"/>
                </a:solidFill>
              </a:rPr>
              <a:t>保留文字、表格、图表与演讲者备注，并附带完整质量检查。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CEDC2-1D02-4666-8EC4-41D32BC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323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5E6677"/>
                </a:solidFill>
              </a:defRPr>
            </a:pPr>
            <a:r>
              <a:rPr sz="750" b="1">
                <a:solidFill>
                  <a:srgbClr val="5E667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4618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2026-07-23T15:01:44.5500000Z</dcterms:created>
  <dcterms:modified xsi:type="dcterms:W3CDTF">2026-07-23T15:01:44.5500000Z</dcterms:modified>
</coreProperties>
</file>