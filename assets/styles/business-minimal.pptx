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bdbae3ce84e24" /><Relationship Type="http://schemas.openxmlformats.org/officeDocument/2006/relationships/extended-properties" Target="/docProps/app.xml" Id="R5a79d95577084e86" /><Relationship Type="http://schemas.openxmlformats.org/officeDocument/2006/relationships/officeDocument" Target="/ppt/presentation.xml" Id="R847374f981a6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f97890539e4179"/>
  </p:sldMasterIdLst>
  <p:notesMasterIdLst>
    <p:notesMasterId xmlns:r="http://schemas.openxmlformats.org/officeDocument/2006/relationships" r:id="R878df3e04b2e4389"/>
  </p:notesMasterIdLst>
  <p:sldIdLst>
    <p:sldId xmlns:r="http://schemas.openxmlformats.org/officeDocument/2006/relationships" id="256" r:id="R8bbcaf84393e4df4"/>
    <p:sldId xmlns:r="http://schemas.openxmlformats.org/officeDocument/2006/relationships" id="257" r:id="R7c6adb70d0c34c69"/>
    <p:sldId xmlns:r="http://schemas.openxmlformats.org/officeDocument/2006/relationships" id="258" r:id="R060eb2f320ca4087"/>
    <p:sldId xmlns:r="http://schemas.openxmlformats.org/officeDocument/2006/relationships" id="259" r:id="R35574d108e01475b"/>
    <p:sldId xmlns:r="http://schemas.openxmlformats.org/officeDocument/2006/relationships" id="260" r:id="R7900ea5626d74450"/>
    <p:sldId xmlns:r="http://schemas.openxmlformats.org/officeDocument/2006/relationships" id="261" r:id="R92b013c90af84a7a"/>
    <p:sldId xmlns:r="http://schemas.openxmlformats.org/officeDocument/2006/relationships" id="262" r:id="R11929c69d8f14a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c90e981f9c42dc" /><Relationship Type="http://schemas.openxmlformats.org/officeDocument/2006/relationships/slideMaster" Target="/ppt/slideMasters/slideMaster1.xml" Id="R2bf97890539e4179" /><Relationship Type="http://schemas.openxmlformats.org/officeDocument/2006/relationships/notesMaster" Target="/ppt/notesMasters/notesMaster1.xml" Id="R878df3e04b2e4389" /><Relationship Type="http://schemas.openxmlformats.org/officeDocument/2006/relationships/presProps" Target="/ppt/presProps.xml" Id="R013eaa6edc8d4a94" /><Relationship Type="http://schemas.openxmlformats.org/officeDocument/2006/relationships/tableStyles" Target="/ppt/tableStyles.xml" Id="R9dda8ed9b3954733" /><Relationship Type="http://schemas.openxmlformats.org/officeDocument/2006/relationships/slide" Target="/ppt/slides/slide1.xml" Id="R8bbcaf84393e4df4" /><Relationship Type="http://schemas.openxmlformats.org/officeDocument/2006/relationships/slide" Target="/ppt/slides/slide2.xml" Id="R7c6adb70d0c34c69" /><Relationship Type="http://schemas.openxmlformats.org/officeDocument/2006/relationships/slide" Target="/ppt/slides/slide3.xml" Id="R060eb2f320ca4087" /><Relationship Type="http://schemas.openxmlformats.org/officeDocument/2006/relationships/slide" Target="/ppt/slides/slide4.xml" Id="R35574d108e01475b" /><Relationship Type="http://schemas.openxmlformats.org/officeDocument/2006/relationships/slide" Target="/ppt/slides/slide5.xml" Id="R7900ea5626d74450" /><Relationship Type="http://schemas.openxmlformats.org/officeDocument/2006/relationships/slide" Target="/ppt/slides/slide6.xml" Id="R92b013c90af84a7a" /><Relationship Type="http://schemas.openxmlformats.org/officeDocument/2006/relationships/slide" Target="/ppt/slides/slide7.xml" Id="R11929c69d8f1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5c04b49b4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ad7eda81e143b9" /><Relationship Type="http://schemas.openxmlformats.org/officeDocument/2006/relationships/notesMaster" Target="/ppt/notesMasters/notesMaster1.xml" Id="R49ee3fc8cb4845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45474d67184f35" /><Relationship Type="http://schemas.openxmlformats.org/officeDocument/2006/relationships/notesMaster" Target="/ppt/notesMasters/notesMaster1.xml" Id="R172a8cbf5a4540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01d9c2e8a440a0" /><Relationship Type="http://schemas.openxmlformats.org/officeDocument/2006/relationships/notesMaster" Target="/ppt/notesMasters/notesMaster1.xml" Id="Raa335a7de76445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2319a4f0944803" /><Relationship Type="http://schemas.openxmlformats.org/officeDocument/2006/relationships/notesMaster" Target="/ppt/notesMasters/notesMaster1.xml" Id="Rc3b1d9377f9a4c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4637da7e994f60" /><Relationship Type="http://schemas.openxmlformats.org/officeDocument/2006/relationships/notesMaster" Target="/ppt/notesMasters/notesMaster1.xml" Id="R790d4183636947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6bad4180154bd2" /><Relationship Type="http://schemas.openxmlformats.org/officeDocument/2006/relationships/notesMaster" Target="/ppt/notesMasters/notesMaster1.xml" Id="Rc0575267094843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d08dffab024e3a" /><Relationship Type="http://schemas.openxmlformats.org/officeDocument/2006/relationships/notesMaster" Target="/ppt/notesMasters/notesMaster1.xml" Id="R542cbff638fe45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5e5e6d2e8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ecee57d1aa49f9" /><Relationship Type="http://schemas.openxmlformats.org/officeDocument/2006/relationships/slideLayout" Target="/ppt/slideLayouts/slideLayout1.xml" Id="Rc8a0b3f3c856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0b3f3c856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548894590480d" /><Relationship Type="http://schemas.openxmlformats.org/officeDocument/2006/relationships/notesSlide" Target="/ppt/notesSlides/notesSlide1.xml" Id="R61c7d584472e4e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494238de344a0" /><Relationship Type="http://schemas.openxmlformats.org/officeDocument/2006/relationships/image" Target="/ppt/media/image.png" Id="R3b1327f7d60741d7" /><Relationship Type="http://schemas.openxmlformats.org/officeDocument/2006/relationships/notesSlide" Target="/ppt/notesSlides/notesSlide2.xml" Id="Ra1ea44ee44bb49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fae2c5fb542a4" /><Relationship Type="http://schemas.openxmlformats.org/officeDocument/2006/relationships/image" Target="/ppt/media/image2.png" Id="Rac2b5f51ddb445ed" /><Relationship Type="http://schemas.openxmlformats.org/officeDocument/2006/relationships/notesSlide" Target="/ppt/notesSlides/notesSlide3.xml" Id="Ra5d427d9d50748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ef1578de49a9" /><Relationship Type="http://schemas.openxmlformats.org/officeDocument/2006/relationships/notesSlide" Target="/ppt/notesSlides/notesSlide4.xml" Id="Rc4024f7a65e440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19b130c1f4f7a" /><Relationship Type="http://schemas.openxmlformats.org/officeDocument/2006/relationships/chart" Target="/ppt/slides/charts/chart1.xml" Id="R02737d8cae3943a8" /><Relationship Type="http://schemas.openxmlformats.org/officeDocument/2006/relationships/notesSlide" Target="/ppt/notesSlides/notesSlide5.xml" Id="Raa6e9c20c993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47cc4e5ad4183" /><Relationship Type="http://schemas.openxmlformats.org/officeDocument/2006/relationships/notesSlide" Target="/ppt/notesSlides/notesSlide6.xml" Id="R5a0981f4add8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035ba92a44c31" /><Relationship Type="http://schemas.openxmlformats.org/officeDocument/2006/relationships/notesSlide" Target="/ppt/notesSlides/notesSlide7.xml" Id="R281117721ddf454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3057D5"/>
            </a:solidFill>
            <a:ln xmlns:a="http://schemas.openxmlformats.org/drawingml/2006/main" w="28575">
              <a:solidFill>
                <a:srgbClr val="3057D5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8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8F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99130-DC3A-4C80-A9E3-45418740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3F4A1-CF0C-4771-BFE8-201DE4BE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057D5"/>
                </a:solidFill>
              </a:defRPr>
            </a:pPr>
            <a:r>
              <a:rPr sz="975" b="1">
                <a:solidFill>
                  <a:srgbClr val="3057D5"/>
                </a:solidFill>
              </a:rPr>
              <a:t>LIULEI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C757E-3785-4195-BD69-8BB3BC1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086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把零散材料变成有说服力的演示文稿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64162-BC02-4BD6-811D-31623E9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89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先理清叙事，再选择风格，最后交付可编辑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3161C-0B0B-48A7-A4C2-F7B8C552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11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8ABAE-D102-4305-819B-84AB934A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1219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A6283-9316-42CB-9073-786433B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19500"/>
            <a:ext cx="685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BFAF-4B15-41FE-AE2F-84E49812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9665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E193F-329A-4D5C-B310-931315D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327f7d60741d7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oundRect">
            <a:avLst>
              <a:gd name="adj" fmla="val 173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2CF78-305C-4242-8CB4-D262F9F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4200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057D5"/>
                </a:solidFill>
              </a:defRPr>
            </a:pPr>
            <a:r>
              <a:rPr sz="900" b="1">
                <a:solidFill>
                  <a:srgbClr val="3057D5"/>
                </a:solidFill>
              </a:rPr>
              <a:t>VISUAL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A030-A3DC-4DE9-A5C4-18A23CA5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2005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风格不只是换色，而是重新组织画面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C7579-4EB6-4304-B5BC-F2B3550C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2005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8A4FD-3A27-453D-9272-C12FF23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2850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17528-FD59-44AD-A7CC-BC58E6F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31016-3164-4C2F-874F-FC0EC7FE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057D5"/>
                </a:solidFill>
              </a:defRPr>
            </a:pPr>
            <a:r>
              <a:rPr sz="900" b="1">
                <a:solidFill>
                  <a:srgbClr val="3057D5"/>
                </a:solidFill>
              </a:rPr>
              <a:t>VISUAL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C0CFD-E193-4BF5-866E-795F2D4C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b5f51ddb445ed"/>
          <a:stretch xmlns:a="http://schemas.openxmlformats.org/drawingml/2006/main"/>
        </p:blipFill>
        <p:spPr>
          <a:xfrm xmlns:a="http://schemas.openxmlformats.org/drawingml/2006/main">
            <a:off x="914400" y="19812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8D9F8-221B-4A7E-9B9A-B6112D6C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57350"/>
            <a:ext cx="9486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0005" b="1">
                <a:solidFill>
                  <a:srgbClr val="3057D5"/>
                </a:solidFill>
              </a:defRPr>
            </a:pPr>
            <a:r>
              <a:rPr sz="10005" b="1">
                <a:solidFill>
                  <a:srgbClr val="3057D5"/>
                </a:solidFill>
              </a:rPr>
              <a:t>50–70%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D152-F2B8-43B3-B7E0-57BF73EE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7735824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页面采用有意义的视觉表达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3274E-A84A-42FD-A521-4D9D19C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768" y="4705350"/>
            <a:ext cx="4942332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包括数据、关键数字、时间线、图片与图解。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8D946-1CF5-432C-A0CD-456069B3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462000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C1924-F44B-496F-81B8-4B2E62D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2181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C9789-2AEB-4DAA-8CF2-B802430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4A966-F02C-444B-876A-F3971920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74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内容与设计沿着同一条工作流推进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18806-AD2B-4D3E-964D-2D163BE3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" y="3105150"/>
            <a:ext cx="1009954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8A1EC-BE3D-44AD-B987-E263E15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" y="2838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FDC5C-545E-4ACF-9BC8-221BED8B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" y="3000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7F8FA"/>
                </a:solidFill>
              </a:defRPr>
            </a:pPr>
            <a:r>
              <a:rPr sz="900" b="1">
                <a:solidFill>
                  <a:srgbClr val="F7F8F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FD09E-6889-4B12-9D38-F1C7BE1A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9A00F-733C-413A-9310-ABDF691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419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识别受众、目标与核心结论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E4E4D-7EC4-43F2-A6B6-F0382F39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276" y="2838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88C5A-F1AB-44AF-B07B-195CC5B3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276" y="3000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057D5"/>
                </a:solidFill>
              </a:defRPr>
            </a:pPr>
            <a:r>
              <a:rPr sz="900" b="1">
                <a:solidFill>
                  <a:srgbClr val="3057D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493AB-B73C-40D3-9E48-D699265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338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F0133-E5F3-4988-8327-DDC3036A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2419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建立叙事弧与逐页大纲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A2566-0EC4-4C3F-8243-CFC9C07A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838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7C6B5-F2D4-4B08-BB7E-9295F72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3000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057D5"/>
                </a:solidFill>
              </a:defRPr>
            </a:pPr>
            <a:r>
              <a:rPr sz="900" b="1">
                <a:solidFill>
                  <a:srgbClr val="3057D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23B70-855F-4328-9A2B-5723207E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构图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9C2F3-01B3-4394-B864-E91142C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2419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选择页面形态和视觉资产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13D87-BCD0-4C40-90DC-A964082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76" y="2838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7CA33-AB44-4635-8444-7DDCF1E1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76" y="3000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057D5"/>
                </a:solidFill>
              </a:defRPr>
            </a:pPr>
            <a:r>
              <a:rPr sz="900" b="1">
                <a:solidFill>
                  <a:srgbClr val="3057D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A81B2-42E7-4587-805C-B9482BF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33800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DB736-AD9D-4645-920B-2E1F61F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419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渲染、检查并修正全部页面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01105-A511-466F-B05E-5E2B004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4626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2E0DE-108C-4DED-983B-50D34084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C1A5-18F6-4B0E-9145-C7FE317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744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结构化数据直接生成可编辑图表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2D40-55A5-4B1F-9F6B-0D5CDDB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示例数据，仅用于插件自测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23900" y="2343150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737d8cae3943a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3E811-DD27-4BDE-AE9A-7748D8C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1577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B3C4E-E1A8-4CDF-887B-F4F384EC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AE1C3-EDBE-40F6-BA78-D0E0994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14B8A6"/>
                </a:solidFill>
              </a:defRPr>
            </a:pPr>
            <a:r>
              <a:rPr sz="8850" b="1">
                <a:solidFill>
                  <a:srgbClr val="14B8A6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F6006-DFED-4A3F-B8AA-A68C7F91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14500"/>
            <a:ext cx="93154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每一页只保留一个真正需要被记住的视觉中心。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8C9B7-8995-4C57-9C62-98F96C1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339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DC01-95F2-4C86-9A06-19F712E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00550"/>
            <a:ext cx="8267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LIULEI PPT · 视觉生成原则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5D825-DC3E-44C6-AFB7-7AD87031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0285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E3A2-01DA-483D-A587-27EC180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66DEF-5EF2-485E-865D-44CC4EB4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7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E9496-3287-499A-A9A2-CE15718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47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057D5"/>
                </a:solidFill>
              </a:defRPr>
            </a:pPr>
            <a:r>
              <a:rPr sz="975" b="1">
                <a:solidFill>
                  <a:srgbClr val="3057D5"/>
                </a:solidFill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393CF-C7A3-4C11-98A7-40B5F7A5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9982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最终交付不是图片，而是可以继续编辑的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A8BFF-3721-436D-92FE-6745BDA9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9220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67085"/>
                </a:solidFill>
              </a:defRPr>
            </a:pPr>
            <a:r>
              <a:rPr sz="1875" b="0">
                <a:solidFill>
                  <a:srgbClr val="667085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4C161-FCD7-442F-8970-1B975B3F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67085"/>
                </a:solidFill>
              </a:defRPr>
            </a:pPr>
            <a:r>
              <a:rPr sz="825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6321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2026-07-23T15:01:00.9500000Z</dcterms:created>
  <dcterms:modified xsi:type="dcterms:W3CDTF">2026-07-23T15:01:00.9500000Z</dcterms:modified>
</coreProperties>
</file>