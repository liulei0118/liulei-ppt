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f1bebfd18643aa" /><Relationship Type="http://schemas.openxmlformats.org/officeDocument/2006/relationships/extended-properties" Target="/docProps/app.xml" Id="Ra8296919b0c04339" /><Relationship Type="http://schemas.openxmlformats.org/officeDocument/2006/relationships/officeDocument" Target="/ppt/presentation.xml" Id="Rcf21e3e3f74d4b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471095cfd54214"/>
  </p:sldMasterIdLst>
  <p:notesMasterIdLst>
    <p:notesMasterId xmlns:r="http://schemas.openxmlformats.org/officeDocument/2006/relationships" r:id="R3e095ff2441d48ad"/>
  </p:notesMasterIdLst>
  <p:sldIdLst>
    <p:sldId xmlns:r="http://schemas.openxmlformats.org/officeDocument/2006/relationships" id="256" r:id="R962cfb10e8374f8d"/>
    <p:sldId xmlns:r="http://schemas.openxmlformats.org/officeDocument/2006/relationships" id="257" r:id="R39f071662872494a"/>
    <p:sldId xmlns:r="http://schemas.openxmlformats.org/officeDocument/2006/relationships" id="258" r:id="R448dba34dede4912"/>
    <p:sldId xmlns:r="http://schemas.openxmlformats.org/officeDocument/2006/relationships" id="259" r:id="R7ba8347607f14551"/>
    <p:sldId xmlns:r="http://schemas.openxmlformats.org/officeDocument/2006/relationships" id="260" r:id="R17a6816aae4f4fe7"/>
    <p:sldId xmlns:r="http://schemas.openxmlformats.org/officeDocument/2006/relationships" id="261" r:id="Rfd2a79ce8577413a"/>
    <p:sldId xmlns:r="http://schemas.openxmlformats.org/officeDocument/2006/relationships" id="262" r:id="Ra2c4c3483f2549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c5c7da8c43439e" /><Relationship Type="http://schemas.openxmlformats.org/officeDocument/2006/relationships/slideMaster" Target="/ppt/slideMasters/slideMaster1.xml" Id="Rad471095cfd54214" /><Relationship Type="http://schemas.openxmlformats.org/officeDocument/2006/relationships/notesMaster" Target="/ppt/notesMasters/notesMaster1.xml" Id="R3e095ff2441d48ad" /><Relationship Type="http://schemas.openxmlformats.org/officeDocument/2006/relationships/presProps" Target="/ppt/presProps.xml" Id="Re6c2bfaabdb14191" /><Relationship Type="http://schemas.openxmlformats.org/officeDocument/2006/relationships/tableStyles" Target="/ppt/tableStyles.xml" Id="R71fdbcc5d07e4396" /><Relationship Type="http://schemas.openxmlformats.org/officeDocument/2006/relationships/slide" Target="/ppt/slides/slide1.xml" Id="R962cfb10e8374f8d" /><Relationship Type="http://schemas.openxmlformats.org/officeDocument/2006/relationships/slide" Target="/ppt/slides/slide2.xml" Id="R39f071662872494a" /><Relationship Type="http://schemas.openxmlformats.org/officeDocument/2006/relationships/slide" Target="/ppt/slides/slide3.xml" Id="R448dba34dede4912" /><Relationship Type="http://schemas.openxmlformats.org/officeDocument/2006/relationships/slide" Target="/ppt/slides/slide4.xml" Id="R7ba8347607f14551" /><Relationship Type="http://schemas.openxmlformats.org/officeDocument/2006/relationships/slide" Target="/ppt/slides/slide5.xml" Id="R17a6816aae4f4fe7" /><Relationship Type="http://schemas.openxmlformats.org/officeDocument/2006/relationships/slide" Target="/ppt/slides/slide6.xml" Id="Rfd2a79ce8577413a" /><Relationship Type="http://schemas.openxmlformats.org/officeDocument/2006/relationships/slide" Target="/ppt/slides/slide7.xml" Id="Ra2c4c3483f25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a3065b26d4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f67370967b419c" /><Relationship Type="http://schemas.openxmlformats.org/officeDocument/2006/relationships/notesMaster" Target="/ppt/notesMasters/notesMaster1.xml" Id="Rcc0f0565a5bb45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93b13323045ea" /><Relationship Type="http://schemas.openxmlformats.org/officeDocument/2006/relationships/notesMaster" Target="/ppt/notesMasters/notesMaster1.xml" Id="R001572e487bd41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e5b06325c24b77" /><Relationship Type="http://schemas.openxmlformats.org/officeDocument/2006/relationships/notesMaster" Target="/ppt/notesMasters/notesMaster1.xml" Id="Raec87a8e375c46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63f5ad5d964769" /><Relationship Type="http://schemas.openxmlformats.org/officeDocument/2006/relationships/notesMaster" Target="/ppt/notesMasters/notesMaster1.xml" Id="Rf4ead506449943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40353dbbb54034" /><Relationship Type="http://schemas.openxmlformats.org/officeDocument/2006/relationships/notesMaster" Target="/ppt/notesMasters/notesMaster1.xml" Id="R9b9c62a6674649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643f349a6e43e3" /><Relationship Type="http://schemas.openxmlformats.org/officeDocument/2006/relationships/notesMaster" Target="/ppt/notesMasters/notesMaster1.xml" Id="Rd55944ee92a448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d06a84ce564165" /><Relationship Type="http://schemas.openxmlformats.org/officeDocument/2006/relationships/notesMaster" Target="/ppt/notesMasters/notesMaster1.xml" Id="R4eaaa88c730641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说明演示目标和受众。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09ff27e3b46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62d05f22c741d2" /><Relationship Type="http://schemas.openxmlformats.org/officeDocument/2006/relationships/slideLayout" Target="/ppt/slideLayouts/slideLayout1.xml" Id="Rf92d273ee94a4b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2d273ee94a4b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86c9a02634d81" /><Relationship Type="http://schemas.openxmlformats.org/officeDocument/2006/relationships/notesSlide" Target="/ppt/notesSlides/notesSlide1.xml" Id="Ra0c0f346646949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ed07c3ec04e80" /><Relationship Type="http://schemas.openxmlformats.org/officeDocument/2006/relationships/image" Target="/ppt/media/image.png" Id="Rec3cee27aaf34ba5" /><Relationship Type="http://schemas.openxmlformats.org/officeDocument/2006/relationships/notesSlide" Target="/ppt/notesSlides/notesSlide2.xml" Id="R04dff3ff73104b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3d51805d04ca5" /><Relationship Type="http://schemas.openxmlformats.org/officeDocument/2006/relationships/image" Target="/ppt/media/image2.png" Id="Ra81459df85b348bb" /><Relationship Type="http://schemas.openxmlformats.org/officeDocument/2006/relationships/notesSlide" Target="/ppt/notesSlides/notesSlide3.xml" Id="Rb41b4f2e49b9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1e69377c4409a" /><Relationship Type="http://schemas.openxmlformats.org/officeDocument/2006/relationships/notesSlide" Target="/ppt/notesSlides/notesSlide4.xml" Id="R27098c6f3e984c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41cc6c112407c" /><Relationship Type="http://schemas.openxmlformats.org/officeDocument/2006/relationships/chart" Target="/ppt/slides/charts/chart1.xml" Id="Rd45831f9546d484c" /><Relationship Type="http://schemas.openxmlformats.org/officeDocument/2006/relationships/notesSlide" Target="/ppt/notesSlides/notesSlide5.xml" Id="R1a1beddc447749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3e30ea4f64e20" /><Relationship Type="http://schemas.openxmlformats.org/officeDocument/2006/relationships/notesSlide" Target="/ppt/notesSlides/notesSlide6.xml" Id="Re0336a4b0e3e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c2180837744a5" /><Relationship Type="http://schemas.openxmlformats.org/officeDocument/2006/relationships/notesSlide" Target="/ppt/notesSlides/notesSlide7.xml" Id="R93304f7e99ae4e2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FF6B5E"/>
            </a:solidFill>
            <a:ln xmlns:a="http://schemas.openxmlformats.org/drawingml/2006/main" w="28575">
              <a:solidFill>
                <a:srgbClr val="FF6B5E"/>
              </a:solidFill>
              <a:prstDash val="solid"/>
            </a:ln>
          </c:spPr>
          <c:cat>
            <c:strLit>
              <c:ptCount val="3"/>
              <c:pt idx="0">
                <c:v>内容</c:v>
              </c:pt>
              <c:pt idx="1">
                <c:v>设计</c:v>
              </c:pt>
              <c:pt idx="2">
                <c:v>检查</c:v>
              </c:pt>
            </c:strLit>
          </c:cat>
          <c:val>
            <c:numLit>
              <c:formatCode>General</c:formatCode>
              <c:ptCount val="3"/>
              <c:pt idx="0">
                <c:v>92</c:v>
              </c:pt>
              <c:pt idx="1">
                <c:v>88</c:v>
              </c:pt>
              <c:pt idx="2">
                <c:v>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2A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9DC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56B7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DCD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56B7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8F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8F0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AE052-399F-40BD-BBE7-B9F2535B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3850"/>
            <a:ext cx="135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75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61AD1-092C-4D7C-9297-68E67446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1239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7AB9F-C5E4-4F2C-8CEF-916BE2AF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6B5E"/>
                </a:solidFill>
              </a:defRPr>
            </a:pPr>
            <a:r>
              <a:rPr sz="975" b="1">
                <a:solidFill>
                  <a:srgbClr val="FF6B5E"/>
                </a:solidFill>
              </a:rPr>
              <a:t>LIULEI PPT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C57A6-185E-4296-B0FE-44FE8DA4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14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500" b="1">
                <a:solidFill>
                  <a:srgbClr val="2A2430"/>
                </a:solidFill>
              </a:defRPr>
            </a:pPr>
            <a:r>
              <a:rPr sz="4500" b="1">
                <a:solidFill>
                  <a:srgbClr val="2A2430"/>
                </a:solidFill>
              </a:rPr>
              <a:t>把零散材料变成有说服力的演示文稿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327BA-4171-4D14-BE86-81F89D3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756B78"/>
                </a:solidFill>
              </a:defRPr>
            </a:pPr>
            <a:r>
              <a:rPr sz="1875" b="0">
                <a:solidFill>
                  <a:srgbClr val="756B78"/>
                </a:solidFill>
              </a:rPr>
              <a:t>先理清叙事，再选择风格，最后交付可编辑 PPTX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FE00E-03B8-44A0-B6D5-505AD805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11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AB693-E315-4B76-B3CE-F09095F2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62250"/>
            <a:ext cx="1219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04C25-E243-4B43-A1D7-D5D05771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81400"/>
            <a:ext cx="685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2D7D3-A339-49F2-85BB-CDD18CB5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756B78"/>
                </a:solidFill>
              </a:defRPr>
            </a:pPr>
            <a:r>
              <a:rPr sz="825" b="1">
                <a:solidFill>
                  <a:srgbClr val="756B7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5831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cee27aaf34ba5"/>
          <a:srcRect xmlns:a="http://schemas.openxmlformats.org/drawingml/2006/main" l="2014" t="0" r="2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0225" y="0"/>
            <a:ext cx="6581775" cy="6858000"/>
          </a:xfrm>
          <a:prstGeom xmlns:a="http://schemas.openxmlformats.org/drawingml/2006/main" prst="roundRect">
            <a:avLst>
              <a:gd name="adj" fmla="val 173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22EEC-7FF1-4AF1-ABEB-49EC8B81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6B5E"/>
                </a:solidFill>
              </a:defRPr>
            </a:pPr>
            <a:r>
              <a:rPr sz="900" b="1">
                <a:solidFill>
                  <a:srgbClr val="FF6B5E"/>
                </a:solidFill>
              </a:rPr>
              <a:t>VISUAL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001A5-BE00-4A15-B4B7-AA523549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238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2A2430"/>
                </a:solidFill>
              </a:defRPr>
            </a:pPr>
            <a:r>
              <a:rPr sz="3900" b="1">
                <a:solidFill>
                  <a:srgbClr val="2A2430"/>
                </a:solidFill>
              </a:rPr>
              <a:t>风格不只是换色，而是重新组织画面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82450-3B1A-432E-9021-74D4CD79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238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756B78"/>
                </a:solidFill>
              </a:defRPr>
            </a:pPr>
            <a:r>
              <a:rPr sz="1875" b="0">
                <a:solidFill>
                  <a:srgbClr val="756B78"/>
                </a:solidFill>
              </a:rPr>
              <a:t>网格、主次、媒体尺度和页面节奏共同定义设计语言。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8BCE1-D719-41CD-A2E8-D80A94A2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756B78"/>
                </a:solidFill>
              </a:defRPr>
            </a:pPr>
            <a:r>
              <a:rPr sz="825" b="1">
                <a:solidFill>
                  <a:srgbClr val="756B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5025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5C665-391B-4113-840B-F6A9892D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6B5E"/>
                </a:solidFill>
              </a:defRPr>
            </a:pPr>
            <a:r>
              <a:rPr sz="900" b="1">
                <a:solidFill>
                  <a:srgbClr val="FF6B5E"/>
                </a:solidFill>
              </a:rPr>
              <a:t>VISUAL RHYTHM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FD6F4-EC2A-4664-922C-A05BD74C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459df85b348bb"/>
          <a:stretch xmlns:a="http://schemas.openxmlformats.org/drawingml/2006/main"/>
        </p:blipFill>
        <p:spPr>
          <a:xfrm xmlns:a="http://schemas.openxmlformats.org/drawingml/2006/main">
            <a:off x="876300" y="19431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B92EC-436F-4882-9CDC-7F8A9392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619250"/>
            <a:ext cx="9563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10350" b="1">
                <a:solidFill>
                  <a:srgbClr val="FF6B5E"/>
                </a:solidFill>
              </a:defRPr>
            </a:pPr>
            <a:r>
              <a:rPr sz="10350" b="1">
                <a:solidFill>
                  <a:srgbClr val="FF6B5E"/>
                </a:solidFill>
              </a:rPr>
              <a:t>50–70%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98116-37E0-429A-96DF-F80A9AE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7906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25" b="1">
                <a:solidFill>
                  <a:srgbClr val="2A2430"/>
                </a:solidFill>
              </a:defRPr>
            </a:pPr>
            <a:r>
              <a:rPr sz="2925" b="1">
                <a:solidFill>
                  <a:srgbClr val="2A2430"/>
                </a:solidFill>
              </a:rPr>
              <a:t>页面采用有意义的视觉表达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03E02-EB19-4195-BA5C-2EFD472E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4667250"/>
            <a:ext cx="4977384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756B78"/>
                </a:solidFill>
              </a:defRPr>
            </a:pPr>
            <a:r>
              <a:rPr sz="1875" b="0">
                <a:solidFill>
                  <a:srgbClr val="756B78"/>
                </a:solidFill>
              </a:rPr>
              <a:t>包括数据、关键数字、时间线、图片与图解。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5BB0A-CF7F-4054-97A1-1A0F47B5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65277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17D00-0AFD-4094-8DB1-4C0691C0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756B78"/>
                </a:solidFill>
              </a:defRPr>
            </a:pPr>
            <a:r>
              <a:rPr sz="825" b="1">
                <a:solidFill>
                  <a:srgbClr val="756B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9375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5D7E1-7CA9-4C1E-ABC4-7FC57E2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25" b="1">
                <a:solidFill>
                  <a:srgbClr val="2A2430"/>
                </a:solidFill>
              </a:defRPr>
            </a:pPr>
            <a:r>
              <a:rPr sz="2925" b="1">
                <a:solidFill>
                  <a:srgbClr val="2A2430"/>
                </a:solidFill>
              </a:rPr>
              <a:t>内容与设计沿着同一条工作流推进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8566C-B74B-4606-B509-8F4B201B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" y="3067050"/>
            <a:ext cx="1017117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C8D9D-F12D-4CA2-8445-7E0F1DF6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" y="2800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37220-B8B4-49AD-B833-ADDB5C6B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8F0"/>
                </a:solidFill>
              </a:defRPr>
            </a:pPr>
            <a:r>
              <a:rPr sz="900" b="1">
                <a:solidFill>
                  <a:srgbClr val="FFF8F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DFBC3-DCF7-48AF-86A9-AFCD289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A2430"/>
                </a:solidFill>
              </a:defRPr>
            </a:pPr>
            <a:r>
              <a:rPr sz="1875" b="1">
                <a:solidFill>
                  <a:srgbClr val="2A2430"/>
                </a:solidFill>
              </a:rPr>
              <a:t>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721EC-A2AF-47F0-AE5D-670FB6ED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756B78"/>
                </a:solidFill>
              </a:defRPr>
            </a:pPr>
            <a:r>
              <a:rPr sz="1275" b="0">
                <a:solidFill>
                  <a:srgbClr val="756B78"/>
                </a:solidFill>
              </a:rPr>
              <a:t>识别受众、目标与核心结论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C058C-70A5-44B0-975C-4AAF1C4C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800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D9BD7-3426-42A8-AFB1-C8C1C09F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6B5E"/>
                </a:solidFill>
              </a:defRPr>
            </a:pPr>
            <a:r>
              <a:rPr sz="900" b="1">
                <a:solidFill>
                  <a:srgbClr val="FF6B5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07BD7-D90F-493B-94C2-6F76FB5F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95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A2430"/>
                </a:solidFill>
              </a:defRPr>
            </a:pPr>
            <a:r>
              <a:rPr sz="1875" b="1">
                <a:solidFill>
                  <a:srgbClr val="2A2430"/>
                </a:solidFill>
              </a:rPr>
              <a:t>规划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2D239-CFFC-486D-80B7-ED871DD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756B78"/>
                </a:solidFill>
              </a:defRPr>
            </a:pPr>
            <a:r>
              <a:rPr sz="1275" b="0">
                <a:solidFill>
                  <a:srgbClr val="756B78"/>
                </a:solidFill>
              </a:rPr>
              <a:t>建立叙事弧与逐页大纲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A5156-B8BC-459B-B8D3-0D5B88EF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612" y="2800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494CF-8DF5-4804-928D-E8253E25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612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6B5E"/>
                </a:solidFill>
              </a:defRPr>
            </a:pPr>
            <a:r>
              <a:rPr sz="900" b="1">
                <a:solidFill>
                  <a:srgbClr val="FF6B5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76C84-90F9-41FD-B380-4B0E10C1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A2430"/>
                </a:solidFill>
              </a:defRPr>
            </a:pPr>
            <a:r>
              <a:rPr sz="1875" b="1">
                <a:solidFill>
                  <a:srgbClr val="2A2430"/>
                </a:solidFill>
              </a:rPr>
              <a:t>构图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38335-37C4-46D8-923F-DD06CF6C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756B78"/>
                </a:solidFill>
              </a:defRPr>
            </a:pPr>
            <a:r>
              <a:rPr sz="1275" b="0">
                <a:solidFill>
                  <a:srgbClr val="756B78"/>
                </a:solidFill>
              </a:rPr>
              <a:t>选择页面形态和视觉资产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CE05B-3BD7-4946-9D49-DF0DC6DD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800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FD073-7BDA-4C82-AD9D-7A0D2B3F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6B5E"/>
                </a:solidFill>
              </a:defRPr>
            </a:pPr>
            <a:r>
              <a:rPr sz="900" b="1">
                <a:solidFill>
                  <a:srgbClr val="FF6B5E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AAC92-F7AE-4D27-94FA-827E5C4A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A2430"/>
                </a:solidFill>
              </a:defRPr>
            </a:pPr>
            <a:r>
              <a:rPr sz="1875" b="1">
                <a:solidFill>
                  <a:srgbClr val="2A2430"/>
                </a:solidFill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AB1C4-4162-4ED1-A93F-CC5FF3EC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756B78"/>
                </a:solidFill>
              </a:defRPr>
            </a:pPr>
            <a:r>
              <a:rPr sz="1275" b="0">
                <a:solidFill>
                  <a:srgbClr val="756B78"/>
                </a:solidFill>
              </a:rPr>
              <a:t>渲染、检查并修正全部页面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2F385-16E7-4DC4-8351-08729CC3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756B78"/>
                </a:solidFill>
              </a:defRPr>
            </a:pPr>
            <a:r>
              <a:rPr sz="825" b="1">
                <a:solidFill>
                  <a:srgbClr val="756B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7449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A73D0-6441-45C3-9B2A-E490839C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25" b="1">
                <a:solidFill>
                  <a:srgbClr val="2A2430"/>
                </a:solidFill>
              </a:defRPr>
            </a:pPr>
            <a:r>
              <a:rPr sz="2925" b="1">
                <a:solidFill>
                  <a:srgbClr val="2A2430"/>
                </a:solidFill>
              </a:rPr>
              <a:t>结构化数据直接生成可编辑图表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A5FAD-6BB1-4C58-A119-96297B3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756B78"/>
                </a:solidFill>
              </a:defRPr>
            </a:pPr>
            <a:r>
              <a:rPr sz="1275" b="0">
                <a:solidFill>
                  <a:srgbClr val="756B78"/>
                </a:solidFill>
              </a:rPr>
              <a:t>示例数据，仅用于插件自测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85800" y="230505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5831f9546d484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F1FE6-3D16-43ED-8A1F-9720B4B4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756B78"/>
                </a:solidFill>
              </a:defRPr>
            </a:pPr>
            <a:r>
              <a:rPr sz="825" b="1">
                <a:solidFill>
                  <a:srgbClr val="756B7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3105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D45BB-6AD7-48AD-AC98-BD59AE74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14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F5C451"/>
                </a:solidFill>
              </a:defRPr>
            </a:pPr>
            <a:r>
              <a:rPr sz="8850" b="1">
                <a:solidFill>
                  <a:srgbClr val="F5C451"/>
                </a:solidFill>
              </a:rPr>
              <a:t>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C1E3F-A271-47A0-BBDC-77481ABA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9391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2A2430"/>
                </a:solidFill>
              </a:defRPr>
            </a:pPr>
            <a:r>
              <a:rPr sz="3900" b="1">
                <a:solidFill>
                  <a:srgbClr val="2A2430"/>
                </a:solidFill>
              </a:rPr>
              <a:t>每一页只保留一个真正需要被记住的视觉中心。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72BCD-6A82-4237-9C18-F72A4A9E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5509C-AA02-4BFA-927C-A618FCF3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6245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756B78"/>
                </a:solidFill>
              </a:defRPr>
            </a:pPr>
            <a:r>
              <a:rPr sz="1875" b="0">
                <a:solidFill>
                  <a:srgbClr val="756B78"/>
                </a:solidFill>
              </a:rPr>
              <a:t>LIULEI PPT · 视觉生成原则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DE47D-21F7-495F-BCCC-0AD0E755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756B78"/>
                </a:solidFill>
              </a:defRPr>
            </a:pPr>
            <a:r>
              <a:rPr sz="825" b="1">
                <a:solidFill>
                  <a:srgbClr val="756B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4669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AC19D-FDCC-4260-A751-88D5F77A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3850"/>
            <a:ext cx="1352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75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AA42F-40CC-44A7-8408-DE956944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1239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5A85B-AEC2-4F2D-BAA9-1B0F8655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34ECD-0CBB-4FA7-98CD-47A9377D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09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6B5E"/>
                </a:solidFill>
              </a:defRPr>
            </a:pPr>
            <a:r>
              <a:rPr sz="975" b="1">
                <a:solidFill>
                  <a:srgbClr val="FF6B5E"/>
                </a:solidFill>
              </a:rPr>
              <a:t>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DC6A9-3977-4092-A829-49C8979F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1005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2A2430"/>
                </a:solidFill>
              </a:defRPr>
            </a:pPr>
            <a:r>
              <a:rPr sz="4200" b="1">
                <a:solidFill>
                  <a:srgbClr val="2A2430"/>
                </a:solidFill>
              </a:rPr>
              <a:t>最终交付不是图片，而是可以继续编辑的 PPTX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86F34-B34D-4F82-9BE3-95C7D12E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29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756B78"/>
                </a:solidFill>
              </a:defRPr>
            </a:pPr>
            <a:r>
              <a:rPr sz="1875" b="0">
                <a:solidFill>
                  <a:srgbClr val="756B78"/>
                </a:solidFill>
              </a:rPr>
              <a:t>保留文字、表格、图表与演讲者备注，并附带完整质量检查。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8D2FB-B16A-4DD6-A6C5-24085B47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756B78"/>
                </a:solidFill>
              </a:defRPr>
            </a:pPr>
            <a:r>
              <a:rPr sz="825" b="1">
                <a:solidFill>
                  <a:srgbClr val="756B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7661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2026-07-23T15:01:33.6260000Z</dcterms:created>
  <dcterms:modified xsi:type="dcterms:W3CDTF">2026-07-23T15:01:33.6260000Z</dcterms:modified>
</coreProperties>
</file>