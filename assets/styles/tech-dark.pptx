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46dbf95934ec7" /><Relationship Type="http://schemas.openxmlformats.org/officeDocument/2006/relationships/extended-properties" Target="/docProps/app.xml" Id="Rfcbefa3860d94f56" /><Relationship Type="http://schemas.openxmlformats.org/officeDocument/2006/relationships/officeDocument" Target="/ppt/presentation.xml" Id="Redc2a6633025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7e586f5f6845e3"/>
  </p:sldMasterIdLst>
  <p:notesMasterIdLst>
    <p:notesMasterId xmlns:r="http://schemas.openxmlformats.org/officeDocument/2006/relationships" r:id="R7b80e59420694473"/>
  </p:notesMasterIdLst>
  <p:sldIdLst>
    <p:sldId xmlns:r="http://schemas.openxmlformats.org/officeDocument/2006/relationships" id="256" r:id="R9b67dfcd3eb8474d"/>
    <p:sldId xmlns:r="http://schemas.openxmlformats.org/officeDocument/2006/relationships" id="257" r:id="R456fa21cde1c435e"/>
    <p:sldId xmlns:r="http://schemas.openxmlformats.org/officeDocument/2006/relationships" id="258" r:id="Rf1bba444cde245db"/>
    <p:sldId xmlns:r="http://schemas.openxmlformats.org/officeDocument/2006/relationships" id="259" r:id="Re40a8d93ce3443ff"/>
    <p:sldId xmlns:r="http://schemas.openxmlformats.org/officeDocument/2006/relationships" id="260" r:id="R133ec4cdbe4d4a34"/>
    <p:sldId xmlns:r="http://schemas.openxmlformats.org/officeDocument/2006/relationships" id="261" r:id="Ra4192e69d7364939"/>
    <p:sldId xmlns:r="http://schemas.openxmlformats.org/officeDocument/2006/relationships" id="262" r:id="R6f83ee22d6ff46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ea5846a154048" /><Relationship Type="http://schemas.openxmlformats.org/officeDocument/2006/relationships/slideMaster" Target="/ppt/slideMasters/slideMaster1.xml" Id="R3d7e586f5f6845e3" /><Relationship Type="http://schemas.openxmlformats.org/officeDocument/2006/relationships/notesMaster" Target="/ppt/notesMasters/notesMaster1.xml" Id="R7b80e59420694473" /><Relationship Type="http://schemas.openxmlformats.org/officeDocument/2006/relationships/presProps" Target="/ppt/presProps.xml" Id="Rcee7eb46bd244347" /><Relationship Type="http://schemas.openxmlformats.org/officeDocument/2006/relationships/tableStyles" Target="/ppt/tableStyles.xml" Id="R60b59bf4c3eb4581" /><Relationship Type="http://schemas.openxmlformats.org/officeDocument/2006/relationships/slide" Target="/ppt/slides/slide1.xml" Id="R9b67dfcd3eb8474d" /><Relationship Type="http://schemas.openxmlformats.org/officeDocument/2006/relationships/slide" Target="/ppt/slides/slide2.xml" Id="R456fa21cde1c435e" /><Relationship Type="http://schemas.openxmlformats.org/officeDocument/2006/relationships/slide" Target="/ppt/slides/slide3.xml" Id="Rf1bba444cde245db" /><Relationship Type="http://schemas.openxmlformats.org/officeDocument/2006/relationships/slide" Target="/ppt/slides/slide4.xml" Id="Re40a8d93ce3443ff" /><Relationship Type="http://schemas.openxmlformats.org/officeDocument/2006/relationships/slide" Target="/ppt/slides/slide5.xml" Id="R133ec4cdbe4d4a34" /><Relationship Type="http://schemas.openxmlformats.org/officeDocument/2006/relationships/slide" Target="/ppt/slides/slide6.xml" Id="Ra4192e69d7364939" /><Relationship Type="http://schemas.openxmlformats.org/officeDocument/2006/relationships/slide" Target="/ppt/slides/slide7.xml" Id="R6f83ee22d6ff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9df0ce0104d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ab89328de4ac2" /><Relationship Type="http://schemas.openxmlformats.org/officeDocument/2006/relationships/notesMaster" Target="/ppt/notesMasters/notesMaster1.xml" Id="R3e5388ab27b645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840d43d36b4da9" /><Relationship Type="http://schemas.openxmlformats.org/officeDocument/2006/relationships/notesMaster" Target="/ppt/notesMasters/notesMaster1.xml" Id="R0e16646e0f1f4d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e5a991a6242b3" /><Relationship Type="http://schemas.openxmlformats.org/officeDocument/2006/relationships/notesMaster" Target="/ppt/notesMasters/notesMaster1.xml" Id="R3cf63f69de6545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cd430450d4ad2" /><Relationship Type="http://schemas.openxmlformats.org/officeDocument/2006/relationships/notesMaster" Target="/ppt/notesMasters/notesMaster1.xml" Id="Rbce8e6b6e510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1f663998a64349" /><Relationship Type="http://schemas.openxmlformats.org/officeDocument/2006/relationships/notesMaster" Target="/ppt/notesMasters/notesMaster1.xml" Id="R8357a240885d4f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49a53f5be1464b" /><Relationship Type="http://schemas.openxmlformats.org/officeDocument/2006/relationships/notesMaster" Target="/ppt/notesMasters/notesMaster1.xml" Id="R3155e70db35c4a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303041fe0c4adb" /><Relationship Type="http://schemas.openxmlformats.org/officeDocument/2006/relationships/notesMaster" Target="/ppt/notesMasters/notesMaster1.xml" Id="R1569cea62c0a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说明演示目标和受众。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f0ac6de9045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d5b790dae444d" /><Relationship Type="http://schemas.openxmlformats.org/officeDocument/2006/relationships/slideLayout" Target="/ppt/slideLayouts/slideLayout1.xml" Id="R24cc5f3ea4414f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cc5f3ea4414f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2886df044839" /><Relationship Type="http://schemas.openxmlformats.org/officeDocument/2006/relationships/notesSlide" Target="/ppt/notesSlides/notesSlide1.xml" Id="Rf821bb6d75cf42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b09f327c84af9" /><Relationship Type="http://schemas.openxmlformats.org/officeDocument/2006/relationships/image" Target="/ppt/media/image.png" Id="Rec69c3cfc6614793" /><Relationship Type="http://schemas.openxmlformats.org/officeDocument/2006/relationships/notesSlide" Target="/ppt/notesSlides/notesSlide2.xml" Id="Rc8c931e05632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5d37ff40448a9" /><Relationship Type="http://schemas.openxmlformats.org/officeDocument/2006/relationships/image" Target="/ppt/media/image2.png" Id="R4e71113fe7124122" /><Relationship Type="http://schemas.openxmlformats.org/officeDocument/2006/relationships/notesSlide" Target="/ppt/notesSlides/notesSlide3.xml" Id="Rba9c837dc63a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5f9d6a2404fbf" /><Relationship Type="http://schemas.openxmlformats.org/officeDocument/2006/relationships/notesSlide" Target="/ppt/notesSlides/notesSlide4.xml" Id="Rbb435f79668f45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ef99606974ff7" /><Relationship Type="http://schemas.openxmlformats.org/officeDocument/2006/relationships/chart" Target="/ppt/slides/charts/chart1.xml" Id="Rcca64966e0204f13" /><Relationship Type="http://schemas.openxmlformats.org/officeDocument/2006/relationships/notesSlide" Target="/ppt/notesSlides/notesSlide5.xml" Id="Rea10019946a94d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12f420ad840ce" /><Relationship Type="http://schemas.openxmlformats.org/officeDocument/2006/relationships/notesSlide" Target="/ppt/notesSlides/notesSlide6.xml" Id="R84f9bbf0583f4d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feb2841f24406" /><Relationship Type="http://schemas.openxmlformats.org/officeDocument/2006/relationships/notesSlide" Target="/ppt/notesSlides/notesSlide7.xml" Id="R794cf67156f846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7C5CFC"/>
            </a:solidFill>
            <a:ln xmlns:a="http://schemas.openxmlformats.org/drawingml/2006/main" w="28575">
              <a:solidFill>
                <a:srgbClr val="7C5CFC"/>
              </a:solidFill>
              <a:prstDash val="solid"/>
            </a:ln>
          </c:spPr>
          <c:cat>
            <c:strLit>
              <c:ptCount val="3"/>
              <c:pt idx="0">
                <c:v>内容</c:v>
              </c:pt>
              <c:pt idx="1">
                <c:v>设计</c:v>
              </c:pt>
              <c:pt idx="2">
                <c:v>检查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88</c:v>
              </c:pt>
              <c:pt idx="2">
                <c:v>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8FA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A355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7B1C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A355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1C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02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B1020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8A38D-E202-4F7C-A291-CAAD84F7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573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9AFD7-E3F7-499F-BC5B-7B5ABBB9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-3429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8BDD7-26B4-4382-8818-F2AE3502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D9C8"/>
                </a:solidFill>
              </a:defRPr>
            </a:pPr>
            <a:r>
              <a:rPr sz="975" b="1">
                <a:solidFill>
                  <a:srgbClr val="25D9C8"/>
                </a:solidFill>
              </a:rPr>
              <a:t>LIULEI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2E774-82D3-411F-8BAB-5E694BA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790688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F8FAFF"/>
                </a:solidFill>
              </a:defRPr>
            </a:pPr>
            <a:r>
              <a:rPr sz="4800" b="1">
                <a:solidFill>
                  <a:srgbClr val="F8FAFF"/>
                </a:solidFill>
              </a:rPr>
              <a:t>把零散材料变成有说服力的演示文稿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F3A72-0A02-4328-B23A-F96C91B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95122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7B1CA"/>
                </a:solidFill>
              </a:defRPr>
            </a:pPr>
            <a:r>
              <a:rPr sz="1800" b="0">
                <a:solidFill>
                  <a:srgbClr val="A7B1CA"/>
                </a:solidFill>
              </a:rPr>
              <a:t>先理清叙事，再选择风格，最后交付可编辑 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748F9-8D3F-43A7-BBD2-DA97637E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F407F-CE3C-41AD-A820-F1FCD4F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36789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693CA-323F-4A85-9F55-0BCB2030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093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5C436-C2A3-4D76-881B-10B5C1AD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9c3cfc6614793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225" y="0"/>
            <a:ext cx="6581775" cy="6858000"/>
          </a:xfrm>
          <a:prstGeom xmlns:a="http://schemas.openxmlformats.org/drawingml/2006/main" prst="roundRect">
            <a:avLst>
              <a:gd name="adj" fmla="val 173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AADFB-D5EB-49A2-87C8-DB43282B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C5CFC"/>
                </a:solidFill>
              </a:defRPr>
            </a:pPr>
            <a:r>
              <a:rPr sz="900" b="1">
                <a:solidFill>
                  <a:srgbClr val="7C5CFC"/>
                </a:solidFill>
              </a:rPr>
              <a:t>VISUAL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29C92-B97A-4524-BDDA-9AC892F3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238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8FAFF"/>
                </a:solidFill>
              </a:defRPr>
            </a:pPr>
            <a:r>
              <a:rPr sz="3900" b="1">
                <a:solidFill>
                  <a:srgbClr val="F8FAFF"/>
                </a:solidFill>
              </a:rPr>
              <a:t>风格不只是换色，而是重新组织画面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E988B-8EA3-49CA-B1EA-AAB5CB2A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238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7B1CA"/>
                </a:solidFill>
              </a:defRPr>
            </a:pPr>
            <a:r>
              <a:rPr sz="1800" b="0">
                <a:solidFill>
                  <a:srgbClr val="A7B1CA"/>
                </a:solidFill>
              </a:rPr>
              <a:t>网格、主次、媒体尺度和页面节奏共同定义设计语言。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62579-7E08-4722-8249-29B3DE68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4544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8190A-12A7-43AE-AA15-35D2C5CB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4791D-4B31-4766-B51D-F5513BF2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7C5CFC"/>
                </a:solidFill>
              </a:defRPr>
            </a:pPr>
            <a:r>
              <a:rPr sz="900" b="1">
                <a:solidFill>
                  <a:srgbClr val="7C5CFC"/>
                </a:solidFill>
              </a:rPr>
              <a:t>VISUAL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3EA4D-37D1-43E3-94A2-023FBEBE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1C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1113fe7124122"/>
          <a:stretch xmlns:a="http://schemas.openxmlformats.org/drawingml/2006/main"/>
        </p:blipFill>
        <p:spPr>
          <a:xfrm xmlns:a="http://schemas.openxmlformats.org/drawingml/2006/main">
            <a:off x="876300" y="19621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E8C92-36A0-44E6-B078-C3681A0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638300"/>
            <a:ext cx="9563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0350" b="1">
                <a:solidFill>
                  <a:srgbClr val="7C5CFC"/>
                </a:solidFill>
              </a:defRPr>
            </a:pPr>
            <a:r>
              <a:rPr sz="10350" b="1">
                <a:solidFill>
                  <a:srgbClr val="7C5CFC"/>
                </a:solidFill>
              </a:rPr>
              <a:t>50–70%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34CDC-257E-4BB2-A7E1-DE54CDFF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77906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8FAFF"/>
                </a:solidFill>
              </a:defRPr>
            </a:pPr>
            <a:r>
              <a:rPr sz="2850" b="1">
                <a:solidFill>
                  <a:srgbClr val="F8FAFF"/>
                </a:solidFill>
              </a:rPr>
              <a:t>页面采用有意义的视觉表达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9774F-AAE9-4188-A6AF-EEAD0184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4686300"/>
            <a:ext cx="4977384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7B1CA"/>
                </a:solidFill>
              </a:defRPr>
            </a:pPr>
            <a:r>
              <a:rPr sz="1800" b="0">
                <a:solidFill>
                  <a:srgbClr val="A7B1CA"/>
                </a:solidFill>
              </a:rPr>
              <a:t>包括数据、关键数字、时间线、图片与图解。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35C97-3B34-4B9A-A19F-475A3E79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65277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45B82-4466-4F3D-B83E-7CB8BCB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1855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47529-89D0-4380-B00F-71724DCD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43982-1BDD-4B3C-8A7E-C605226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8FAFF"/>
                </a:solidFill>
              </a:defRPr>
            </a:pPr>
            <a:r>
              <a:rPr sz="2850" b="1">
                <a:solidFill>
                  <a:srgbClr val="F8FAFF"/>
                </a:solidFill>
              </a:rPr>
              <a:t>内容与设计沿着同一条工作流推进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A44C2-3616-4A0D-82D4-F038746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" y="3086100"/>
            <a:ext cx="1017117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8F216-336A-4FFB-A163-68526EB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0FB4A-0A92-4480-8FC1-382EBBF9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" y="2981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B1020"/>
                </a:solidFill>
              </a:defRPr>
            </a:pPr>
            <a:r>
              <a:rPr sz="900" b="1">
                <a:solidFill>
                  <a:srgbClr val="0B102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43F4D-3082-4AAA-83C7-61754EE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5A46F-3E3B-4022-ADF2-B7E637FA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7B1CA"/>
                </a:solidFill>
              </a:defRPr>
            </a:pPr>
            <a:r>
              <a:rPr sz="1275" b="0">
                <a:solidFill>
                  <a:srgbClr val="A7B1CA"/>
                </a:solidFill>
              </a:rPr>
              <a:t>识别受众、目标与核心结论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E7F3F-5137-4CBE-8C20-1B56C638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885FF-9F15-46E2-B774-01253F00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981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5CFC"/>
                </a:solidFill>
              </a:defRPr>
            </a:pPr>
            <a:r>
              <a:rPr sz="900" b="1">
                <a:solidFill>
                  <a:srgbClr val="7C5CF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31E75-F677-4E39-8A6F-DEBBEB15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F67E6-7627-43A8-88BE-DA6896AB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7B1CA"/>
                </a:solidFill>
              </a:defRPr>
            </a:pPr>
            <a:r>
              <a:rPr sz="1275" b="0">
                <a:solidFill>
                  <a:srgbClr val="A7B1CA"/>
                </a:solidFill>
              </a:rPr>
              <a:t>建立叙事弧与逐页大纲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C9613-AA52-49E1-8CFC-7D185A1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612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90458-990D-408A-AB30-B33A59A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612" y="2981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5CFC"/>
                </a:solidFill>
              </a:defRPr>
            </a:pPr>
            <a:r>
              <a:rPr sz="900" b="1">
                <a:solidFill>
                  <a:srgbClr val="7C5CF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3520F-876F-4F3A-A116-5C690B04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构图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C9BE1-72C0-435D-B002-BA3F816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7B1CA"/>
                </a:solidFill>
              </a:defRPr>
            </a:pPr>
            <a:r>
              <a:rPr sz="1275" b="0">
                <a:solidFill>
                  <a:srgbClr val="A7B1CA"/>
                </a:solidFill>
              </a:rPr>
              <a:t>选择页面形态和视觉资产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5BB35-B792-4BA0-9AA8-5A8D8F5A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819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77374-EAF5-4B8A-B145-EECBB865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9813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7C5CFC"/>
                </a:solidFill>
              </a:defRPr>
            </a:pPr>
            <a:r>
              <a:rPr sz="900" b="1">
                <a:solidFill>
                  <a:srgbClr val="7C5CFC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76344-E08C-426E-9A4B-D0EAC07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E9AE7-1DEC-42F6-B5AE-11256A4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438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7B1CA"/>
                </a:solidFill>
              </a:defRPr>
            </a:pPr>
            <a:r>
              <a:rPr sz="1275" b="0">
                <a:solidFill>
                  <a:srgbClr val="A7B1CA"/>
                </a:solidFill>
              </a:rPr>
              <a:t>渲染、检查并修正全部页面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80E88-952D-4AD3-BC3B-F871D753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3057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6BAF9-F63A-42E5-A1D4-F57CC92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87973-A31B-4513-9C0B-32CBC79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8FAFF"/>
                </a:solidFill>
              </a:defRPr>
            </a:pPr>
            <a:r>
              <a:rPr sz="2850" b="1">
                <a:solidFill>
                  <a:srgbClr val="F8FAFF"/>
                </a:solidFill>
              </a:rPr>
              <a:t>结构化数据直接生成可编辑图表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20335-D1DE-441A-B57F-71F44C9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A7B1CA"/>
                </a:solidFill>
              </a:defRPr>
            </a:pPr>
            <a:r>
              <a:rPr sz="1275" b="0">
                <a:solidFill>
                  <a:srgbClr val="A7B1CA"/>
                </a:solidFill>
              </a:rPr>
              <a:t>示例数据，仅用于插件自测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23241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a64966e0204f1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9AE55-5E3A-48D2-88DB-17E53C0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459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EAB46-CA53-4A4E-9F58-A75F81C1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89D26-57FE-4F50-81E3-480B77A8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25D9C8"/>
                </a:solidFill>
              </a:defRPr>
            </a:pPr>
            <a:r>
              <a:rPr sz="8850" b="1">
                <a:solidFill>
                  <a:srgbClr val="25D9C8"/>
                </a:solidFill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6D6AB-828F-459B-91B4-403B41E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9391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8FAFF"/>
                </a:solidFill>
              </a:defRPr>
            </a:pPr>
            <a:r>
              <a:rPr sz="3900" b="1">
                <a:solidFill>
                  <a:srgbClr val="F8FAFF"/>
                </a:solidFill>
              </a:rPr>
              <a:t>每一页只保留一个真正需要被记住的视觉中心。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227AB-F366-459B-8393-E78C415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F0B0F-7EF5-44FE-8268-D7B8D45B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81500"/>
            <a:ext cx="834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7B1CA"/>
                </a:solidFill>
              </a:defRPr>
            </a:pPr>
            <a:r>
              <a:rPr sz="1800" b="0">
                <a:solidFill>
                  <a:srgbClr val="A7B1CA"/>
                </a:solidFill>
              </a:rPr>
              <a:t>LIULEI PPT · 视觉生成原则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BEC5C-B2B4-442B-8986-62A75BF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9093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85B57-F2C8-4FB0-B206-4993A2C6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2573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3731-5C5B-49B3-93A9-2AA4CFE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-3429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A73C-4E74-4237-9CA2-2DA4223A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E4E6E-9BF7-466E-8645-12635D3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C5CFC"/>
                </a:solidFill>
              </a:defRPr>
            </a:pPr>
            <a:r>
              <a:rPr sz="975" b="1">
                <a:solidFill>
                  <a:srgbClr val="7C5CFC"/>
                </a:solidFill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E56EE-DAB5-4691-A780-B2E7FE92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1005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8FAFF"/>
                </a:solidFill>
              </a:defRPr>
            </a:pPr>
            <a:r>
              <a:rPr sz="4200" b="1">
                <a:solidFill>
                  <a:srgbClr val="F8FAFF"/>
                </a:solidFill>
              </a:rPr>
              <a:t>最终交付不是图片，而是可以继续编辑的 PPTX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913DF-D9ED-449B-9ED1-C5C1DDFA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929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7B1CA"/>
                </a:solidFill>
              </a:defRPr>
            </a:pPr>
            <a:r>
              <a:rPr sz="1800" b="0">
                <a:solidFill>
                  <a:srgbClr val="A7B1CA"/>
                </a:solidFill>
              </a:rPr>
              <a:t>保留文字、表格、图表与演讲者备注，并附带完整质量检查。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39996-3BB6-4EF2-A140-CC2086A2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A7B1CA"/>
                </a:solidFill>
              </a:defRPr>
            </a:pPr>
            <a:r>
              <a:rPr sz="825" b="1">
                <a:solidFill>
                  <a:srgbClr val="A7B1C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5891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2026-07-23T15:01:22.7300000Z</dcterms:created>
  <dcterms:modified xsi:type="dcterms:W3CDTF">2026-07-23T15:01:22.7300000Z</dcterms:modified>
</coreProperties>
</file>