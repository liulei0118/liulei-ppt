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c9dce459d4409d" /><Relationship Type="http://schemas.openxmlformats.org/officeDocument/2006/relationships/extended-properties" Target="/docProps/app.xml" Id="R40895593f81441a6" /><Relationship Type="http://schemas.openxmlformats.org/officeDocument/2006/relationships/officeDocument" Target="/ppt/presentation.xml" Id="R708287ceae5540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45194268904fd1"/>
  </p:sldMasterIdLst>
  <p:notesMasterIdLst>
    <p:notesMasterId xmlns:r="http://schemas.openxmlformats.org/officeDocument/2006/relationships" r:id="Rd67d5fc11ce245b7"/>
  </p:notesMasterIdLst>
  <p:sldIdLst>
    <p:sldId xmlns:r="http://schemas.openxmlformats.org/officeDocument/2006/relationships" id="256" r:id="R1c902b67f9f14d8c"/>
    <p:sldId xmlns:r="http://schemas.openxmlformats.org/officeDocument/2006/relationships" id="257" r:id="Rf1f5de600a464dcc"/>
    <p:sldId xmlns:r="http://schemas.openxmlformats.org/officeDocument/2006/relationships" id="258" r:id="R2af34aacb6954c9f"/>
    <p:sldId xmlns:r="http://schemas.openxmlformats.org/officeDocument/2006/relationships" id="259" r:id="R294081f1548e4d69"/>
    <p:sldId xmlns:r="http://schemas.openxmlformats.org/officeDocument/2006/relationships" id="260" r:id="Re646b0fb19d743bf"/>
    <p:sldId xmlns:r="http://schemas.openxmlformats.org/officeDocument/2006/relationships" id="261" r:id="R231420342e33474c"/>
    <p:sldId xmlns:r="http://schemas.openxmlformats.org/officeDocument/2006/relationships" id="262" r:id="R5990fdb063cd43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a33f0359df463a" /><Relationship Type="http://schemas.openxmlformats.org/officeDocument/2006/relationships/slideMaster" Target="/ppt/slideMasters/slideMaster1.xml" Id="Rcb45194268904fd1" /><Relationship Type="http://schemas.openxmlformats.org/officeDocument/2006/relationships/notesMaster" Target="/ppt/notesMasters/notesMaster1.xml" Id="Rd67d5fc11ce245b7" /><Relationship Type="http://schemas.openxmlformats.org/officeDocument/2006/relationships/presProps" Target="/ppt/presProps.xml" Id="R124c553336614b19" /><Relationship Type="http://schemas.openxmlformats.org/officeDocument/2006/relationships/tableStyles" Target="/ppt/tableStyles.xml" Id="Ra67dc868cd144b01" /><Relationship Type="http://schemas.openxmlformats.org/officeDocument/2006/relationships/slide" Target="/ppt/slides/slide1.xml" Id="R1c902b67f9f14d8c" /><Relationship Type="http://schemas.openxmlformats.org/officeDocument/2006/relationships/slide" Target="/ppt/slides/slide2.xml" Id="Rf1f5de600a464dcc" /><Relationship Type="http://schemas.openxmlformats.org/officeDocument/2006/relationships/slide" Target="/ppt/slides/slide3.xml" Id="R2af34aacb6954c9f" /><Relationship Type="http://schemas.openxmlformats.org/officeDocument/2006/relationships/slide" Target="/ppt/slides/slide4.xml" Id="R294081f1548e4d69" /><Relationship Type="http://schemas.openxmlformats.org/officeDocument/2006/relationships/slide" Target="/ppt/slides/slide5.xml" Id="Re646b0fb19d743bf" /><Relationship Type="http://schemas.openxmlformats.org/officeDocument/2006/relationships/slide" Target="/ppt/slides/slide6.xml" Id="R231420342e33474c" /><Relationship Type="http://schemas.openxmlformats.org/officeDocument/2006/relationships/slide" Target="/ppt/slides/slide7.xml" Id="R5990fdb063cd43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4ace9d59994e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713dd85fa2444e" /><Relationship Type="http://schemas.openxmlformats.org/officeDocument/2006/relationships/notesMaster" Target="/ppt/notesMasters/notesMaster1.xml" Id="R8d422190611043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72dca272124ab3" /><Relationship Type="http://schemas.openxmlformats.org/officeDocument/2006/relationships/notesMaster" Target="/ppt/notesMasters/notesMaster1.xml" Id="R910b244e432b40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9b11a3406f4332" /><Relationship Type="http://schemas.openxmlformats.org/officeDocument/2006/relationships/notesMaster" Target="/ppt/notesMasters/notesMaster1.xml" Id="R54b8c463c31b44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27ec201bea4598" /><Relationship Type="http://schemas.openxmlformats.org/officeDocument/2006/relationships/notesMaster" Target="/ppt/notesMasters/notesMaster1.xml" Id="Rf023dce5e3714b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72d0be87364e0a" /><Relationship Type="http://schemas.openxmlformats.org/officeDocument/2006/relationships/notesMaster" Target="/ppt/notesMasters/notesMaster1.xml" Id="Rc6212c0486da49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603d96d693495e" /><Relationship Type="http://schemas.openxmlformats.org/officeDocument/2006/relationships/notesMaster" Target="/ppt/notesMasters/notesMaster1.xml" Id="Rd6c87f142f0f41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79498a079847de" /><Relationship Type="http://schemas.openxmlformats.org/officeDocument/2006/relationships/notesMaster" Target="/ppt/notesMasters/notesMaster1.xml" Id="Ree908824c5a14d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说明演示目标和受众。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14356dd114c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d5b13ef9ae418d" /><Relationship Type="http://schemas.openxmlformats.org/officeDocument/2006/relationships/slideLayout" Target="/ppt/slideLayouts/slideLayout1.xml" Id="R4e686129870d45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686129870d45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76b222a1348a6" /><Relationship Type="http://schemas.openxmlformats.org/officeDocument/2006/relationships/notesSlide" Target="/ppt/notesSlides/notesSlide1.xml" Id="Rfd40e4f59c5540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befb532f64b2f" /><Relationship Type="http://schemas.openxmlformats.org/officeDocument/2006/relationships/image" Target="/ppt/media/image.png" Id="Rc85f5957c2444a95" /><Relationship Type="http://schemas.openxmlformats.org/officeDocument/2006/relationships/notesSlide" Target="/ppt/notesSlides/notesSlide2.xml" Id="Rcf6a65b7c9d841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a045b3c15441b" /><Relationship Type="http://schemas.openxmlformats.org/officeDocument/2006/relationships/image" Target="/ppt/media/image2.png" Id="R42eaccf8bddd4355" /><Relationship Type="http://schemas.openxmlformats.org/officeDocument/2006/relationships/notesSlide" Target="/ppt/notesSlides/notesSlide3.xml" Id="R7c4ecd3b775044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def912e624351" /><Relationship Type="http://schemas.openxmlformats.org/officeDocument/2006/relationships/notesSlide" Target="/ppt/notesSlides/notesSlide4.xml" Id="Ra47b2e38538b43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c468972654ae1" /><Relationship Type="http://schemas.openxmlformats.org/officeDocument/2006/relationships/chart" Target="/ppt/slides/charts/chart1.xml" Id="Rc689aafd15b4493a" /><Relationship Type="http://schemas.openxmlformats.org/officeDocument/2006/relationships/notesSlide" Target="/ppt/notesSlides/notesSlide5.xml" Id="R8591280467384d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63aa3db4f4c18" /><Relationship Type="http://schemas.openxmlformats.org/officeDocument/2006/relationships/notesSlide" Target="/ppt/notesSlides/notesSlide6.xml" Id="R32609aa57a2048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6d54a0313437c" /><Relationship Type="http://schemas.openxmlformats.org/officeDocument/2006/relationships/notesSlide" Target="/ppt/notesSlides/notesSlide7.xml" Id="R8d26403687cb42b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完成度</c:v>
          </c:tx>
          <c:spPr>
            <a:solidFill xmlns:a="http://schemas.openxmlformats.org/drawingml/2006/main">
              <a:srgbClr val="191714"/>
            </a:solidFill>
            <a:ln xmlns:a="http://schemas.openxmlformats.org/drawingml/2006/main" w="28575">
              <a:solidFill>
                <a:srgbClr val="191714"/>
              </a:solidFill>
              <a:prstDash val="solid"/>
            </a:ln>
          </c:spPr>
          <c:cat>
            <c:strLit>
              <c:ptCount val="3"/>
              <c:pt idx="0">
                <c:v>内容</c:v>
              </c:pt>
              <c:pt idx="1">
                <c:v>设计</c:v>
              </c:pt>
              <c:pt idx="2">
                <c:v>检查</c:v>
              </c:pt>
            </c:strLit>
          </c:cat>
          <c:val>
            <c:numLit>
              <c:formatCode>General</c:formatCode>
              <c:ptCount val="3"/>
              <c:pt idx="0">
                <c:v>92</c:v>
              </c:pt>
              <c:pt idx="1">
                <c:v>88</c:v>
              </c:pt>
              <c:pt idx="2">
                <c:v>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151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C5B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A625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C5B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A6259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1EDE5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1EDE5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32BAC-A70C-41F7-894E-1C2C9042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LIULEI /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C5470-94A1-4EE0-91F9-468A78BA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08A52"/>
                </a:solidFill>
              </a:defRPr>
            </a:pPr>
            <a:r>
              <a:rPr sz="900" b="1">
                <a:solidFill>
                  <a:srgbClr val="B08A52"/>
                </a:solidFill>
              </a:rPr>
              <a:t>LIULEI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456A0-497E-45AE-8176-279BB5D7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8410194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5550" b="1">
                <a:solidFill>
                  <a:srgbClr val="171512"/>
                </a:solidFill>
              </a:defRPr>
            </a:pPr>
            <a:r>
              <a:rPr sz="5550" b="1">
                <a:solidFill>
                  <a:srgbClr val="171512"/>
                </a:solidFill>
              </a:rPr>
              <a:t>把零散材料变成有说服力的演示文稿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76EA8-101C-4946-859B-E765BA5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086D2-00C8-4E6B-95E0-57216180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646" y="4514850"/>
            <a:ext cx="5175504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A6259"/>
                </a:solidFill>
              </a:defRPr>
            </a:pPr>
            <a:r>
              <a:rPr sz="1800" b="0">
                <a:solidFill>
                  <a:srgbClr val="6A6259"/>
                </a:solidFill>
              </a:rPr>
              <a:t>先理清叙事，再选择风格，最后交付可编辑 PPTX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FAD47-9FDC-4A6F-B005-B0ACF7BB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25922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68A0B-CB9E-41A3-81B6-91D314A1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LIULEI / PPT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f5957c2444a95"/>
          <a:srcRect xmlns:a="http://schemas.openxmlformats.org/drawingml/2006/main" l="2014" t="0" r="2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0225" y="0"/>
            <a:ext cx="658177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8892C-EBE6-47ED-8461-C971BC93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421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91714"/>
                </a:solidFill>
              </a:defRPr>
            </a:pPr>
            <a:r>
              <a:rPr sz="900" b="1">
                <a:solidFill>
                  <a:srgbClr val="191714"/>
                </a:solidFill>
              </a:rPr>
              <a:t>VISUAL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DA3A2-1686-4B6E-9ABD-925AF1E9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2195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71512"/>
                </a:solidFill>
              </a:defRPr>
            </a:pPr>
            <a:r>
              <a:rPr sz="3300" b="1">
                <a:solidFill>
                  <a:srgbClr val="171512"/>
                </a:solidFill>
              </a:rPr>
              <a:t>风格不只是换色，而是重新组织画面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F2464-2C34-4FE5-AD01-59D8E3B8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4219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A6259"/>
                </a:solidFill>
              </a:defRPr>
            </a:pPr>
            <a:r>
              <a:rPr sz="1800" b="0">
                <a:solidFill>
                  <a:srgbClr val="6A6259"/>
                </a:solidFill>
              </a:rPr>
              <a:t>网格、主次、媒体尺度和页面节奏共同定义设计语言。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0D77B-08D3-463E-8B8B-35565FF1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2440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652FA-8DC0-4B92-A958-C092CDC7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LIULEI /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B498D-6919-411E-9ED6-6B53D2B9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91714"/>
                </a:solidFill>
              </a:defRPr>
            </a:pPr>
            <a:r>
              <a:rPr sz="900" b="1">
                <a:solidFill>
                  <a:srgbClr val="191714"/>
                </a:solidFill>
              </a:rPr>
              <a:t>VISUAL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20F2B-28F3-4B8C-8C2D-871A2CDF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AF8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accf8bddd4355"/>
          <a:stretch xmlns:a="http://schemas.openxmlformats.org/drawingml/2006/main"/>
        </p:blipFill>
        <p:spPr>
          <a:xfrm xmlns:a="http://schemas.openxmlformats.org/drawingml/2006/main">
            <a:off x="895350" y="19050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9DE7C-EE84-447A-BE30-C64AEB51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58115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11040" b="1">
                <a:solidFill>
                  <a:srgbClr val="191714"/>
                </a:solidFill>
              </a:defRPr>
            </a:pPr>
            <a:r>
              <a:rPr sz="11040" b="1">
                <a:solidFill>
                  <a:srgbClr val="191714"/>
                </a:solidFill>
              </a:rPr>
              <a:t>50–70%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2428A-EE6D-421D-9606-928E32FB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763256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171512"/>
                </a:solidFill>
              </a:defRPr>
            </a:pPr>
            <a:r>
              <a:rPr sz="3000" b="1">
                <a:solidFill>
                  <a:srgbClr val="171512"/>
                </a:solidFill>
              </a:rPr>
              <a:t>页面采用有意义的视觉表达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05DFF-1D61-4B7A-8BF0-C0E4B39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292" y="4629150"/>
            <a:ext cx="495985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A6259"/>
                </a:solidFill>
              </a:defRPr>
            </a:pPr>
            <a:r>
              <a:rPr sz="1800" b="0">
                <a:solidFill>
                  <a:srgbClr val="6A6259"/>
                </a:solidFill>
              </a:rPr>
              <a:t>包括数据、关键数字、时间线、图片与图解。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718DA-3F19-4BED-B4C9-88C5EC34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463638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6C4B7-DA03-46C0-8035-D19ABF40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231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3A29C-CAA3-4587-8BBA-E0EC2108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LIULEI /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FF146-1674-407C-A30E-5712B235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171512"/>
                </a:solidFill>
              </a:defRPr>
            </a:pPr>
            <a:r>
              <a:rPr sz="3000" b="1">
                <a:solidFill>
                  <a:srgbClr val="171512"/>
                </a:solidFill>
              </a:rPr>
              <a:t>内容与设计沿着同一条工作流推进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B2F63-B813-49A0-86B0-FCD9DE88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19" y="3028950"/>
            <a:ext cx="1013536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4467B-6D59-4938-B59D-E158433B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19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7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55D8F-E5FD-4B98-9156-4E18622C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19" y="2924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1EDE5"/>
                </a:solidFill>
              </a:defRPr>
            </a:pPr>
            <a:r>
              <a:rPr sz="900" b="1">
                <a:solidFill>
                  <a:srgbClr val="F1EDE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F1024-6C91-4AD6-B460-B7EACD83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9DC97-C93B-49F3-9776-26475A03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2428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A6259"/>
                </a:solidFill>
              </a:defRPr>
            </a:pPr>
            <a:r>
              <a:rPr sz="1275" b="0">
                <a:solidFill>
                  <a:srgbClr val="6A6259"/>
                </a:solidFill>
              </a:rPr>
              <a:t>识别受众、目标与核心结论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3A32D-B4E1-4A50-99C7-7475988C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894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8BF54-C5D5-48A6-9E10-69CD7343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894" y="2924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91714"/>
                </a:solidFill>
              </a:defRPr>
            </a:pPr>
            <a:r>
              <a:rPr sz="900" b="1">
                <a:solidFill>
                  <a:srgbClr val="19171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DAD2D-7142-4A22-A22C-71E0EAC3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576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3A2BB-F574-4199-B89B-3858334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24350"/>
            <a:ext cx="2428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A6259"/>
                </a:solidFill>
              </a:defRPr>
            </a:pPr>
            <a:r>
              <a:rPr sz="1275" b="0">
                <a:solidFill>
                  <a:srgbClr val="6A6259"/>
                </a:solidFill>
              </a:rPr>
              <a:t>建立叙事弧与逐页大纲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F46A1-0EFD-4CC5-9F44-B2537969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469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32CFC-2B2C-45C7-B96F-0B1AF247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469" y="2924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91714"/>
                </a:solidFill>
              </a:defRPr>
            </a:pPr>
            <a:r>
              <a:rPr sz="900" b="1">
                <a:solidFill>
                  <a:srgbClr val="19171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8453D-4BF6-40E7-A3D5-A3E27BDE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构图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9487A-C973-4ECF-9496-F93B8FA8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2428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A6259"/>
                </a:solidFill>
              </a:defRPr>
            </a:pPr>
            <a:r>
              <a:rPr sz="1275" b="0">
                <a:solidFill>
                  <a:srgbClr val="6A6259"/>
                </a:solidFill>
              </a:rPr>
              <a:t>选择页面形态和视觉资产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C75C8-AADE-4EE4-988C-ED99F283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044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A0B83-BAE4-461D-AF6F-AB8A4E37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044" y="2924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91714"/>
                </a:solidFill>
              </a:defRPr>
            </a:pPr>
            <a:r>
              <a:rPr sz="900" b="1">
                <a:solidFill>
                  <a:srgbClr val="191714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95FDC-EEE9-42E8-8934-EB7AFB0C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576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F4D33-2A74-453F-AAB3-99E25D54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324350"/>
            <a:ext cx="2428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A6259"/>
                </a:solidFill>
              </a:defRPr>
            </a:pPr>
            <a:r>
              <a:rPr sz="1275" b="0">
                <a:solidFill>
                  <a:srgbClr val="6A6259"/>
                </a:solidFill>
              </a:rPr>
              <a:t>渲染、检查并修正全部页面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1EFB4-D535-4CE5-B9BF-B27BE58C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35683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09996-0E9A-4A9E-8249-04BB5CA7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LIULEI /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9D33E-C9B5-438B-A3AD-F49EDE31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171512"/>
                </a:solidFill>
              </a:defRPr>
            </a:pPr>
            <a:r>
              <a:rPr sz="3000" b="1">
                <a:solidFill>
                  <a:srgbClr val="171512"/>
                </a:solidFill>
              </a:rPr>
              <a:t>结构化数据直接生成可编辑图表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6220C-51FB-4D44-A6DE-F94004E7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A6259"/>
                </a:solidFill>
              </a:defRPr>
            </a:pPr>
            <a:r>
              <a:rPr sz="1275" b="0">
                <a:solidFill>
                  <a:srgbClr val="6A6259"/>
                </a:solidFill>
              </a:rPr>
              <a:t>示例数据，仅用于插件自测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04850" y="2266950"/>
          <a:ext xmlns:a="http://schemas.openxmlformats.org/drawingml/2006/main" cx="107823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89aafd15b4493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511EC-E073-430A-ACDD-3D278E77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3222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664AC-57C5-485B-A482-EE12CD7D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LIULEI /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4AE2D-C920-4C6A-93E9-17DA200B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14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B08A52"/>
                </a:solidFill>
              </a:defRPr>
            </a:pPr>
            <a:r>
              <a:rPr sz="8850" b="1">
                <a:solidFill>
                  <a:srgbClr val="B08A52"/>
                </a:solidFill>
              </a:rPr>
              <a:t>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89896-8943-4551-91A7-20BE3E9B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38300"/>
            <a:ext cx="9353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00" b="1">
                <a:solidFill>
                  <a:srgbClr val="171512"/>
                </a:solidFill>
              </a:defRPr>
            </a:pPr>
            <a:r>
              <a:rPr sz="4200" b="1">
                <a:solidFill>
                  <a:srgbClr val="171512"/>
                </a:solidFill>
              </a:rPr>
              <a:t>每一页只保留一个真正需要被记住的视觉中心。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13C91-7208-4765-BA4E-8C7DD7E8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577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7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C0243-A95E-4C68-B65B-C6288A57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24350"/>
            <a:ext cx="830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A6259"/>
                </a:solidFill>
              </a:defRPr>
            </a:pPr>
            <a:r>
              <a:rPr sz="1800" b="0">
                <a:solidFill>
                  <a:srgbClr val="6A6259"/>
                </a:solidFill>
              </a:rPr>
              <a:t>LIULEI PPT · 视觉生成原则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64066-6683-4759-8ED4-C35C8FD8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5080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038C5-2D28-4D7D-A9CD-D32CF503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LIULEI /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0C1D1-82CA-4441-8582-C7A22CF2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7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80624-4869-4334-BD6C-D473E0EC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371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91714"/>
                </a:solidFill>
              </a:defRPr>
            </a:pPr>
            <a:r>
              <a:rPr sz="975" b="1">
                <a:solidFill>
                  <a:srgbClr val="191714"/>
                </a:solidFill>
              </a:rPr>
              <a:t>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7B823-A46D-4318-B695-6027481A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81200"/>
            <a:ext cx="1002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00" b="1">
                <a:solidFill>
                  <a:srgbClr val="171512"/>
                </a:solidFill>
              </a:defRPr>
            </a:pPr>
            <a:r>
              <a:rPr sz="4500" b="1">
                <a:solidFill>
                  <a:srgbClr val="171512"/>
                </a:solidFill>
              </a:rPr>
              <a:t>最终交付不是图片，而是可以继续编辑的 PPTX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8553F-34BF-4F10-8A27-7E2B5F16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9258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A6259"/>
                </a:solidFill>
              </a:defRPr>
            </a:pPr>
            <a:r>
              <a:rPr sz="1800" b="0">
                <a:solidFill>
                  <a:srgbClr val="6A6259"/>
                </a:solidFill>
              </a:rPr>
              <a:t>保留文字、表格、图表与演讲者备注，并附带完整质量检查。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52B5A-2DB8-4CED-8604-ADB5134E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A6259"/>
                </a:solidFill>
              </a:defRPr>
            </a:pPr>
            <a:r>
              <a:rPr sz="750" b="1">
                <a:solidFill>
                  <a:srgbClr val="6A625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95894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2026-07-23T15:02:29.4540000Z</dcterms:created>
  <dcterms:modified xsi:type="dcterms:W3CDTF">2026-07-23T15:02:29.4540000Z</dcterms:modified>
</coreProperties>
</file>